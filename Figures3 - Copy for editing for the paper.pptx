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74" r:id="rId2"/>
    <p:sldId id="257" r:id="rId3"/>
    <p:sldId id="270" r:id="rId4"/>
    <p:sldId id="273" r:id="rId5"/>
    <p:sldId id="278" r:id="rId6"/>
    <p:sldId id="265" r:id="rId7"/>
    <p:sldId id="266" r:id="rId8"/>
    <p:sldId id="261" r:id="rId9"/>
    <p:sldId id="279" r:id="rId10"/>
    <p:sldId id="277" r:id="rId11"/>
    <p:sldId id="262" r:id="rId12"/>
  </p:sldIdLst>
  <p:sldSz cx="1828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>
      <p:cViewPr varScale="1">
        <p:scale>
          <a:sx n="52" d="100"/>
          <a:sy n="52" d="100"/>
        </p:scale>
        <p:origin x="21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6FA1A-EBA2-4406-90A4-2C427B932B9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21EFD-079E-4F48-9A0D-D3CA48E4F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8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1pPr>
    <a:lvl2pPr marL="877535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2pPr>
    <a:lvl3pPr marL="1755072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3pPr>
    <a:lvl4pPr marL="2632607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4pPr>
    <a:lvl5pPr marL="3510142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5pPr>
    <a:lvl6pPr marL="4387677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6pPr>
    <a:lvl7pPr marL="5265212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7pPr>
    <a:lvl8pPr marL="6142748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8pPr>
    <a:lvl9pPr marL="7020283" algn="l" defTabSz="1755072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From mouse X:\root\processed\2023_06_30_C57BL6_5\2023_06_30_13_08_30\stage_5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521EFD-079E-4F48-9A0D-D3CA48E4F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36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521EFD-079E-4F48-9A0D-D3CA48E4FF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03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521EFD-079E-4F48-9A0D-D3CA48E4FF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6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8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8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3419479"/>
            <a:ext cx="157734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9178929"/>
            <a:ext cx="157734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5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8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4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8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8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6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0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3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2174-11EF-43AA-A635-42A92FC4881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2712703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9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156667" y="1225432"/>
            <a:ext cx="3808799" cy="3809999"/>
          </a:xfrm>
          <a:prstGeom prst="rect">
            <a:avLst/>
          </a:prstGeom>
        </p:spPr>
      </p:pic>
      <p:pic>
        <p:nvPicPr>
          <p:cNvPr id="7" name="Picture 6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56667" y="5249522"/>
            <a:ext cx="3808799" cy="3809999"/>
          </a:xfrm>
          <a:prstGeom prst="rect">
            <a:avLst/>
          </a:prstGeom>
        </p:spPr>
      </p:pic>
      <p:pic>
        <p:nvPicPr>
          <p:cNvPr id="8" name="Picture 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156667" y="9273607"/>
            <a:ext cx="3808799" cy="3809999"/>
          </a:xfrm>
          <a:prstGeom prst="rect">
            <a:avLst/>
          </a:prstGeom>
        </p:spPr>
      </p:pic>
      <p:pic>
        <p:nvPicPr>
          <p:cNvPr id="9" name="Picture 8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179553" y="5249522"/>
            <a:ext cx="3808799" cy="3809999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179553" y="1225431"/>
            <a:ext cx="3808799" cy="3809999"/>
          </a:xfrm>
          <a:prstGeom prst="rect">
            <a:avLst/>
          </a:prstGeom>
        </p:spPr>
      </p:pic>
      <p:pic>
        <p:nvPicPr>
          <p:cNvPr id="11" name="Picture 10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179553" y="9273607"/>
            <a:ext cx="3808799" cy="38099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09377" y="-2833840"/>
            <a:ext cx="2903359" cy="523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1" b="1" dirty="0">
                <a:latin typeface="Arial" panose="020B0604020202020204" pitchFamily="34" charset="0"/>
                <a:cs typeface="Arial" panose="020B0604020202020204" pitchFamily="34" charset="0"/>
              </a:rPr>
              <a:t>Before Contrast</a:t>
            </a:r>
            <a:endParaRPr lang="en-US" sz="28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66797" y="-2833840"/>
            <a:ext cx="2603598" cy="523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1" b="1" dirty="0">
                <a:latin typeface="Arial" panose="020B0604020202020204" pitchFamily="34" charset="0"/>
                <a:cs typeface="Arial" panose="020B0604020202020204" pitchFamily="34" charset="0"/>
              </a:rPr>
              <a:t>After Contrast</a:t>
            </a:r>
            <a:endParaRPr lang="en-US" sz="28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4295081" y="2868753"/>
            <a:ext cx="901209" cy="523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1" b="1" dirty="0">
                <a:latin typeface="Arial" panose="020B0604020202020204" pitchFamily="34" charset="0"/>
                <a:cs typeface="Arial" panose="020B0604020202020204" pitchFamily="34" charset="0"/>
              </a:rPr>
              <a:t>SVP</a:t>
            </a:r>
            <a:endParaRPr lang="en-US" sz="28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4354393" y="6892838"/>
            <a:ext cx="782587" cy="523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1" b="1" dirty="0">
                <a:latin typeface="Arial" panose="020B0604020202020204" pitchFamily="34" charset="0"/>
                <a:cs typeface="Arial" panose="020B0604020202020204" pitchFamily="34" charset="0"/>
              </a:rPr>
              <a:t>ICP</a:t>
            </a:r>
            <a:endParaRPr lang="en-US" sz="28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4274237" y="10916927"/>
            <a:ext cx="942887" cy="523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1" b="1" dirty="0">
                <a:latin typeface="Arial" panose="020B0604020202020204" pitchFamily="34" charset="0"/>
                <a:cs typeface="Arial" panose="020B0604020202020204" pitchFamily="34" charset="0"/>
              </a:rPr>
              <a:t>DCP</a:t>
            </a:r>
            <a:endParaRPr lang="en-US" sz="28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F42A4-80B2-C90B-EC72-9DC6CA58029B}"/>
              </a:ext>
            </a:extLst>
          </p:cNvPr>
          <p:cNvSpPr txBox="1"/>
          <p:nvPr/>
        </p:nvSpPr>
        <p:spPr>
          <a:xfrm>
            <a:off x="5879491" y="571881"/>
            <a:ext cx="2363147" cy="523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1" b="1" dirty="0">
                <a:latin typeface="Arial" panose="020B0604020202020204" pitchFamily="34" charset="0"/>
                <a:cs typeface="Arial" panose="020B0604020202020204" pitchFamily="34" charset="0"/>
              </a:rPr>
              <a:t>Pre-Contrast</a:t>
            </a:r>
            <a:endParaRPr lang="en-US" sz="28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F399A-B132-90F6-3BBC-FA8AE896CED7}"/>
              </a:ext>
            </a:extLst>
          </p:cNvPr>
          <p:cNvSpPr txBox="1"/>
          <p:nvPr/>
        </p:nvSpPr>
        <p:spPr>
          <a:xfrm>
            <a:off x="9802186" y="571881"/>
            <a:ext cx="2563522" cy="523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1" b="1" dirty="0">
                <a:latin typeface="Arial" panose="020B0604020202020204" pitchFamily="34" charset="0"/>
                <a:cs typeface="Arial" panose="020B0604020202020204" pitchFamily="34" charset="0"/>
              </a:rPr>
              <a:t>Post-Contrast</a:t>
            </a:r>
            <a:endParaRPr lang="en-US" sz="28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0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3007" t="7195" r="9543" b="11615"/>
          <a:stretch>
            <a:fillRect/>
          </a:stretch>
        </p:blipFill>
        <p:spPr>
          <a:xfrm>
            <a:off x="12377158" y="3495565"/>
            <a:ext cx="4318191" cy="33986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3007" t="7545" r="9543" b="11028"/>
          <a:stretch>
            <a:fillRect/>
          </a:stretch>
        </p:blipFill>
        <p:spPr>
          <a:xfrm>
            <a:off x="7692945" y="3495563"/>
            <a:ext cx="4318191" cy="34085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rot="16200000">
            <a:off x="698340" y="4449720"/>
            <a:ext cx="1783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Pre-Contrast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616524" y="6943435"/>
            <a:ext cx="1947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B050"/>
                </a:solidFill>
              </a:rPr>
              <a:t>Peak Contrast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635092" y="9444978"/>
            <a:ext cx="1910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Post-Contrast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4951" y="-644693"/>
            <a:ext cx="4052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Maximum Intensity Projection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3582157" y="3041868"/>
            <a:ext cx="1720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Binarisation</a:t>
            </a:r>
            <a:endParaRPr lang="en-US" sz="2400" b="1" dirty="0"/>
          </a:p>
        </p:txBody>
      </p:sp>
      <p:sp>
        <p:nvSpPr>
          <p:cNvPr id="19" name="Rectangle 18"/>
          <p:cNvSpPr/>
          <p:nvPr/>
        </p:nvSpPr>
        <p:spPr>
          <a:xfrm>
            <a:off x="7692945" y="3500050"/>
            <a:ext cx="4318191" cy="36285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20" name="Rectangle 19"/>
          <p:cNvSpPr/>
          <p:nvPr/>
        </p:nvSpPr>
        <p:spPr>
          <a:xfrm>
            <a:off x="7692945" y="3923475"/>
            <a:ext cx="4318191" cy="36285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21" name="Rectangle 20"/>
          <p:cNvSpPr/>
          <p:nvPr/>
        </p:nvSpPr>
        <p:spPr>
          <a:xfrm>
            <a:off x="7693202" y="4733767"/>
            <a:ext cx="4318191" cy="2174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22" name="Rectangle 21"/>
          <p:cNvSpPr/>
          <p:nvPr/>
        </p:nvSpPr>
        <p:spPr>
          <a:xfrm>
            <a:off x="12377157" y="3495567"/>
            <a:ext cx="4318191" cy="36285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23" name="Rectangle 22"/>
          <p:cNvSpPr/>
          <p:nvPr/>
        </p:nvSpPr>
        <p:spPr>
          <a:xfrm>
            <a:off x="12377414" y="3918993"/>
            <a:ext cx="4318191" cy="36285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24" name="Rectangle 23"/>
          <p:cNvSpPr/>
          <p:nvPr/>
        </p:nvSpPr>
        <p:spPr>
          <a:xfrm>
            <a:off x="12377157" y="4729284"/>
            <a:ext cx="4318191" cy="2174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364A5D5-130B-194C-D419-88262E1FEF32}"/>
              </a:ext>
            </a:extLst>
          </p:cNvPr>
          <p:cNvGrpSpPr>
            <a:grpSpLocks noChangeAspect="1"/>
          </p:cNvGrpSpPr>
          <p:nvPr/>
        </p:nvGrpSpPr>
        <p:grpSpPr>
          <a:xfrm>
            <a:off x="1838941" y="3495568"/>
            <a:ext cx="5444084" cy="2369967"/>
            <a:chOff x="12914389" y="10856209"/>
            <a:chExt cx="4318190" cy="186533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rcRect l="12956" t="25542" r="9593" b="29898"/>
            <a:stretch>
              <a:fillRect/>
            </a:stretch>
          </p:blipFill>
          <p:spPr>
            <a:xfrm>
              <a:off x="12914389" y="10856209"/>
              <a:ext cx="4318190" cy="1865332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/>
          </p:nvCxnSpPr>
          <p:spPr>
            <a:xfrm>
              <a:off x="16661586" y="12571939"/>
              <a:ext cx="432001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12914389" y="10856209"/>
              <a:ext cx="4318190" cy="443623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3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D90E3E-90D0-F72E-870E-270C800DD354}"/>
              </a:ext>
            </a:extLst>
          </p:cNvPr>
          <p:cNvGrpSpPr>
            <a:grpSpLocks noChangeAspect="1"/>
          </p:cNvGrpSpPr>
          <p:nvPr/>
        </p:nvGrpSpPr>
        <p:grpSpPr>
          <a:xfrm>
            <a:off x="1817779" y="5986419"/>
            <a:ext cx="5486400" cy="2375691"/>
            <a:chOff x="12914389" y="13158089"/>
            <a:chExt cx="4336242" cy="187765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rcRect l="12956" t="25541" r="9270" b="29603"/>
            <a:stretch>
              <a:fillRect/>
            </a:stretch>
          </p:blipFill>
          <p:spPr>
            <a:xfrm>
              <a:off x="12914389" y="13158089"/>
              <a:ext cx="4336242" cy="1877655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16661586" y="14883341"/>
              <a:ext cx="432001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2914389" y="13158090"/>
              <a:ext cx="4318190" cy="443623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3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80DF26A-D136-57D1-BDFF-F02CC689376F}"/>
              </a:ext>
            </a:extLst>
          </p:cNvPr>
          <p:cNvGrpSpPr>
            <a:grpSpLocks noChangeAspect="1"/>
          </p:cNvGrpSpPr>
          <p:nvPr/>
        </p:nvGrpSpPr>
        <p:grpSpPr>
          <a:xfrm>
            <a:off x="1817779" y="8482997"/>
            <a:ext cx="5486400" cy="2385620"/>
            <a:chOff x="12914385" y="15408047"/>
            <a:chExt cx="4318194" cy="187765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/>
            <a:srcRect l="12956" t="25819" r="9593" b="29325"/>
            <a:stretch>
              <a:fillRect/>
            </a:stretch>
          </p:blipFill>
          <p:spPr>
            <a:xfrm>
              <a:off x="12914385" y="15408047"/>
              <a:ext cx="4318193" cy="1877655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>
              <a:off x="16661586" y="17146481"/>
              <a:ext cx="432001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2914389" y="15408047"/>
              <a:ext cx="4318190" cy="4436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3"/>
            </a:p>
          </p:txBody>
        </p:sp>
      </p:grpSp>
      <p:cxnSp>
        <p:nvCxnSpPr>
          <p:cNvPr id="30" name="Straight Arrow Connector 29"/>
          <p:cNvCxnSpPr/>
          <p:nvPr/>
        </p:nvCxnSpPr>
        <p:spPr>
          <a:xfrm>
            <a:off x="7538221" y="3513788"/>
            <a:ext cx="0" cy="33986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6200000">
            <a:off x="7155881" y="5013077"/>
            <a:ext cx="71205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000" b="1" dirty="0"/>
              <a:t>Time</a:t>
            </a:r>
            <a:endParaRPr lang="en-US" sz="2000" b="1" dirty="0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2222433" y="3503525"/>
            <a:ext cx="0" cy="33986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16200000">
            <a:off x="11840093" y="5002814"/>
            <a:ext cx="71205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000" b="1" dirty="0"/>
              <a:t>Time</a:t>
            </a:r>
            <a:endParaRPr lang="en-US" sz="2000" b="1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6148093" y="6736604"/>
            <a:ext cx="432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63887" y="6735060"/>
            <a:ext cx="43200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F36C618-48D6-8D6D-6096-0255EBD3DCAF}"/>
              </a:ext>
            </a:extLst>
          </p:cNvPr>
          <p:cNvSpPr txBox="1"/>
          <p:nvPr/>
        </p:nvSpPr>
        <p:spPr>
          <a:xfrm>
            <a:off x="7274952" y="-780167"/>
            <a:ext cx="7594600" cy="70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1" b="1" dirty="0"/>
              <a:t>B</a:t>
            </a:r>
            <a:endParaRPr lang="LID4096" sz="4001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525" y="7046487"/>
            <a:ext cx="5115295" cy="384048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10966378" y="7477375"/>
            <a:ext cx="495879" cy="287126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40" name="Rectangle 39"/>
          <p:cNvSpPr/>
          <p:nvPr/>
        </p:nvSpPr>
        <p:spPr>
          <a:xfrm>
            <a:off x="10334164" y="7477375"/>
            <a:ext cx="546740" cy="287126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41" name="Rectangle 40"/>
          <p:cNvSpPr/>
          <p:nvPr/>
        </p:nvSpPr>
        <p:spPr>
          <a:xfrm>
            <a:off x="11938110" y="7477375"/>
            <a:ext cx="2353871" cy="28712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EA833-3240-C91A-254C-79376534F77D}"/>
              </a:ext>
            </a:extLst>
          </p:cNvPr>
          <p:cNvSpPr txBox="1"/>
          <p:nvPr/>
        </p:nvSpPr>
        <p:spPr>
          <a:xfrm>
            <a:off x="7843680" y="3053120"/>
            <a:ext cx="4052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Maximum Intensity Projection</a:t>
            </a:r>
            <a:endParaRPr lang="en-US" sz="2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2007CE-A58C-A8E2-703F-2368C931578D}"/>
              </a:ext>
            </a:extLst>
          </p:cNvPr>
          <p:cNvSpPr txBox="1"/>
          <p:nvPr/>
        </p:nvSpPr>
        <p:spPr>
          <a:xfrm>
            <a:off x="4074662" y="3053120"/>
            <a:ext cx="872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OCTA</a:t>
            </a:r>
            <a:endParaRPr 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9D0D88-F126-CB83-D7C6-FA4DADD0448B}"/>
              </a:ext>
            </a:extLst>
          </p:cNvPr>
          <p:cNvSpPr txBox="1"/>
          <p:nvPr/>
        </p:nvSpPr>
        <p:spPr>
          <a:xfrm>
            <a:off x="1801075" y="5475400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AB5CFF-B045-CEE8-0567-422AFDB242F2}"/>
              </a:ext>
            </a:extLst>
          </p:cNvPr>
          <p:cNvSpPr txBox="1"/>
          <p:nvPr/>
        </p:nvSpPr>
        <p:spPr>
          <a:xfrm>
            <a:off x="1801075" y="7969224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AC1EB7-3E56-081B-A2B2-23BEDCA58739}"/>
              </a:ext>
            </a:extLst>
          </p:cNvPr>
          <p:cNvSpPr txBox="1"/>
          <p:nvPr/>
        </p:nvSpPr>
        <p:spPr>
          <a:xfrm>
            <a:off x="1801075" y="10491673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GB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498C4B-FD99-8D29-C207-F8266A3600C9}"/>
              </a:ext>
            </a:extLst>
          </p:cNvPr>
          <p:cNvSpPr txBox="1"/>
          <p:nvPr/>
        </p:nvSpPr>
        <p:spPr>
          <a:xfrm>
            <a:off x="7571362" y="6539489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GB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6D0570-1564-06E9-F247-F2C0CE09DBB6}"/>
              </a:ext>
            </a:extLst>
          </p:cNvPr>
          <p:cNvSpPr txBox="1"/>
          <p:nvPr/>
        </p:nvSpPr>
        <p:spPr>
          <a:xfrm>
            <a:off x="12255574" y="6528832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en-GB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1DD1299A-F439-AB4A-8764-07CA95D55BEC}"/>
              </a:ext>
            </a:extLst>
          </p:cNvPr>
          <p:cNvSpPr txBox="1"/>
          <p:nvPr/>
        </p:nvSpPr>
        <p:spPr>
          <a:xfrm>
            <a:off x="10313905" y="9972593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(f)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8B0F1857-6F68-BFEF-4511-6836B180925E}"/>
              </a:ext>
            </a:extLst>
          </p:cNvPr>
          <p:cNvCxnSpPr>
            <a:cxnSpLocks/>
          </p:cNvCxnSpPr>
          <p:nvPr/>
        </p:nvCxnSpPr>
        <p:spPr>
          <a:xfrm>
            <a:off x="9865172" y="10362287"/>
            <a:ext cx="295059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D08BB484-4625-6B81-0418-27568EC536B7}"/>
              </a:ext>
            </a:extLst>
          </p:cNvPr>
          <p:cNvSpPr txBox="1"/>
          <p:nvPr/>
        </p:nvSpPr>
        <p:spPr>
          <a:xfrm>
            <a:off x="9234339" y="10163978"/>
            <a:ext cx="610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Bold</a:t>
            </a:r>
            <a:endParaRPr lang="en-GB" sz="12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43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853" y="4547290"/>
            <a:ext cx="5575503" cy="4186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509" y="4547290"/>
            <a:ext cx="5575503" cy="418600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61BD1D2-A77B-3EEA-6F89-E87FC2343488}"/>
              </a:ext>
            </a:extLst>
          </p:cNvPr>
          <p:cNvCxnSpPr/>
          <p:nvPr/>
        </p:nvCxnSpPr>
        <p:spPr>
          <a:xfrm>
            <a:off x="5841243" y="8562267"/>
            <a:ext cx="368491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BECB44B-9338-0DA9-3B1F-FB47C96DB980}"/>
              </a:ext>
            </a:extLst>
          </p:cNvPr>
          <p:cNvSpPr txBox="1"/>
          <p:nvPr/>
        </p:nvSpPr>
        <p:spPr>
          <a:xfrm>
            <a:off x="4776721" y="8363957"/>
            <a:ext cx="1118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Stretched</a:t>
            </a:r>
            <a:endParaRPr lang="en-GB" sz="1200" dirty="0">
              <a:solidFill>
                <a:srgbClr val="EE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CD8DA-7D6C-08FD-3AB9-4A6985C05700}"/>
              </a:ext>
            </a:extLst>
          </p:cNvPr>
          <p:cNvSpPr txBox="1"/>
          <p:nvPr/>
        </p:nvSpPr>
        <p:spPr>
          <a:xfrm>
            <a:off x="12658301" y="5538265"/>
            <a:ext cx="1719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>
                <a:solidFill>
                  <a:srgbClr val="EE0000"/>
                </a:solidFill>
              </a:rPr>
              <a:t>Generali’s’ed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B6F414-5319-C02F-D59F-785904693D75}"/>
              </a:ext>
            </a:extLst>
          </p:cNvPr>
          <p:cNvCxnSpPr/>
          <p:nvPr/>
        </p:nvCxnSpPr>
        <p:spPr>
          <a:xfrm>
            <a:off x="3837298" y="6686983"/>
            <a:ext cx="368491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AAEC28-823F-0E64-F439-246BF0D48939}"/>
              </a:ext>
            </a:extLst>
          </p:cNvPr>
          <p:cNvSpPr txBox="1"/>
          <p:nvPr/>
        </p:nvSpPr>
        <p:spPr>
          <a:xfrm>
            <a:off x="2772774" y="6488673"/>
            <a:ext cx="1118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Stretched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820959-AF5C-8205-53C7-77BD9CB9A40D}"/>
              </a:ext>
            </a:extLst>
          </p:cNvPr>
          <p:cNvCxnSpPr/>
          <p:nvPr/>
        </p:nvCxnSpPr>
        <p:spPr>
          <a:xfrm>
            <a:off x="4152205" y="7498172"/>
            <a:ext cx="368491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FCCFC2-049C-0CBB-8618-4D1E39B362F2}"/>
              </a:ext>
            </a:extLst>
          </p:cNvPr>
          <p:cNvSpPr txBox="1"/>
          <p:nvPr/>
        </p:nvSpPr>
        <p:spPr>
          <a:xfrm>
            <a:off x="3087682" y="7299863"/>
            <a:ext cx="1118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Bold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F21F79-2EFC-3B78-B921-753B2D9716B2}"/>
              </a:ext>
            </a:extLst>
          </p:cNvPr>
          <p:cNvCxnSpPr>
            <a:cxnSpLocks/>
          </p:cNvCxnSpPr>
          <p:nvPr/>
        </p:nvCxnSpPr>
        <p:spPr>
          <a:xfrm flipV="1">
            <a:off x="8521757" y="5820774"/>
            <a:ext cx="0" cy="33310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2BCEAF-8572-3B80-5DC5-D41D53C6F8E6}"/>
              </a:ext>
            </a:extLst>
          </p:cNvPr>
          <p:cNvSpPr txBox="1"/>
          <p:nvPr/>
        </p:nvSpPr>
        <p:spPr>
          <a:xfrm>
            <a:off x="7962210" y="6092045"/>
            <a:ext cx="1118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EE0000"/>
                </a:solidFill>
              </a:rPr>
              <a:t>Bold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F7EA0E-5753-D4EB-9633-5F96E11C06B6}"/>
              </a:ext>
            </a:extLst>
          </p:cNvPr>
          <p:cNvCxnSpPr/>
          <p:nvPr/>
        </p:nvCxnSpPr>
        <p:spPr>
          <a:xfrm>
            <a:off x="4342769" y="8295711"/>
            <a:ext cx="368491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826F21C-9EBD-158E-2C8D-F1AD9154588E}"/>
              </a:ext>
            </a:extLst>
          </p:cNvPr>
          <p:cNvSpPr txBox="1"/>
          <p:nvPr/>
        </p:nvSpPr>
        <p:spPr>
          <a:xfrm>
            <a:off x="3278246" y="8097401"/>
            <a:ext cx="1118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Bold</a:t>
            </a:r>
            <a:endParaRPr lang="en-GB" sz="1200" dirty="0">
              <a:solidFill>
                <a:srgbClr val="EE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795EBD-AEA8-48D7-4F04-4CCDC603A626}"/>
              </a:ext>
            </a:extLst>
          </p:cNvPr>
          <p:cNvSpPr txBox="1"/>
          <p:nvPr/>
        </p:nvSpPr>
        <p:spPr>
          <a:xfrm>
            <a:off x="5331727" y="4364897"/>
            <a:ext cx="1719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>
                <a:solidFill>
                  <a:srgbClr val="EE0000"/>
                </a:solidFill>
              </a:rPr>
              <a:t>Generali’s’ed</a:t>
            </a:r>
            <a:endParaRPr lang="en-GB" sz="1200" dirty="0">
              <a:solidFill>
                <a:srgbClr val="EE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8CAA1-6F2B-41AD-081B-8D1968051A5B}"/>
              </a:ext>
            </a:extLst>
          </p:cNvPr>
          <p:cNvSpPr txBox="1"/>
          <p:nvPr/>
        </p:nvSpPr>
        <p:spPr>
          <a:xfrm>
            <a:off x="4774345" y="4961333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0062D3-02B3-E874-36F3-5288CF63ED7A}"/>
              </a:ext>
            </a:extLst>
          </p:cNvPr>
          <p:cNvSpPr txBox="1"/>
          <p:nvPr/>
        </p:nvSpPr>
        <p:spPr>
          <a:xfrm>
            <a:off x="10378959" y="4841015"/>
            <a:ext cx="544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B91CC3-CD8E-90E9-BF21-77C08DEA9C33}"/>
              </a:ext>
            </a:extLst>
          </p:cNvPr>
          <p:cNvCxnSpPr>
            <a:cxnSpLocks/>
          </p:cNvCxnSpPr>
          <p:nvPr/>
        </p:nvCxnSpPr>
        <p:spPr>
          <a:xfrm>
            <a:off x="4766247" y="4995260"/>
            <a:ext cx="11521440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C3F671-44D1-8C59-F5FD-9202811B3C6C}"/>
              </a:ext>
            </a:extLst>
          </p:cNvPr>
          <p:cNvCxnSpPr>
            <a:cxnSpLocks/>
          </p:cNvCxnSpPr>
          <p:nvPr/>
        </p:nvCxnSpPr>
        <p:spPr>
          <a:xfrm>
            <a:off x="4766247" y="8130951"/>
            <a:ext cx="11521440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80F90D-61FF-F2C5-7E4F-E29F146172A4}"/>
              </a:ext>
            </a:extLst>
          </p:cNvPr>
          <p:cNvCxnSpPr>
            <a:cxnSpLocks/>
          </p:cNvCxnSpPr>
          <p:nvPr/>
        </p:nvCxnSpPr>
        <p:spPr>
          <a:xfrm>
            <a:off x="10385997" y="4846395"/>
            <a:ext cx="5852160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D5D6DB-5837-3BD3-FD7A-E764D0007F5F}"/>
              </a:ext>
            </a:extLst>
          </p:cNvPr>
          <p:cNvCxnSpPr>
            <a:cxnSpLocks/>
          </p:cNvCxnSpPr>
          <p:nvPr/>
        </p:nvCxnSpPr>
        <p:spPr>
          <a:xfrm flipV="1">
            <a:off x="16050852" y="4995263"/>
            <a:ext cx="0" cy="3118639"/>
          </a:xfrm>
          <a:prstGeom prst="straightConnector1">
            <a:avLst/>
          </a:prstGeom>
          <a:ln>
            <a:solidFill>
              <a:srgbClr val="EE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A234848-4807-5BF5-629D-F0C78ADCADB8}"/>
              </a:ext>
            </a:extLst>
          </p:cNvPr>
          <p:cNvSpPr txBox="1"/>
          <p:nvPr/>
        </p:nvSpPr>
        <p:spPr>
          <a:xfrm>
            <a:off x="14874270" y="6288347"/>
            <a:ext cx="1176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Mismatch</a:t>
            </a:r>
            <a:endParaRPr lang="en-GB" sz="12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35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772" y="3429006"/>
            <a:ext cx="5575503" cy="41860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772" y="8015519"/>
            <a:ext cx="5575503" cy="41860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3187" y="8015519"/>
            <a:ext cx="5575503" cy="41860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3187" y="3429006"/>
            <a:ext cx="5575503" cy="4186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229" y="3429006"/>
            <a:ext cx="5575503" cy="41860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228" y="8015519"/>
            <a:ext cx="5575503" cy="4186001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A5122C-D21A-43BD-E14A-203193D0FCC3}"/>
              </a:ext>
            </a:extLst>
          </p:cNvPr>
          <p:cNvCxnSpPr/>
          <p:nvPr/>
        </p:nvCxnSpPr>
        <p:spPr>
          <a:xfrm>
            <a:off x="1923097" y="4728951"/>
            <a:ext cx="368491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E72460C-2B0A-995A-027A-B08EE178B684}"/>
              </a:ext>
            </a:extLst>
          </p:cNvPr>
          <p:cNvSpPr txBox="1"/>
          <p:nvPr/>
        </p:nvSpPr>
        <p:spPr>
          <a:xfrm>
            <a:off x="1239705" y="4530641"/>
            <a:ext cx="7369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Space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092405-3C8C-B7EC-A6DD-BA4A5B56E31E}"/>
              </a:ext>
            </a:extLst>
          </p:cNvPr>
          <p:cNvCxnSpPr/>
          <p:nvPr/>
        </p:nvCxnSpPr>
        <p:spPr>
          <a:xfrm>
            <a:off x="1850309" y="6082352"/>
            <a:ext cx="368491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C8836D-0F6B-1707-FE74-BAC34044F81E}"/>
              </a:ext>
            </a:extLst>
          </p:cNvPr>
          <p:cNvSpPr txBox="1"/>
          <p:nvPr/>
        </p:nvSpPr>
        <p:spPr>
          <a:xfrm>
            <a:off x="1186122" y="5882024"/>
            <a:ext cx="7369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Bold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EE80AC-1A30-BDB8-C3D5-69A0ED486AA2}"/>
              </a:ext>
            </a:extLst>
          </p:cNvPr>
          <p:cNvCxnSpPr/>
          <p:nvPr/>
        </p:nvCxnSpPr>
        <p:spPr>
          <a:xfrm>
            <a:off x="2371323" y="7185843"/>
            <a:ext cx="368491" cy="0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C1DBC05-6D67-BC19-643B-CEB41EAF326C}"/>
              </a:ext>
            </a:extLst>
          </p:cNvPr>
          <p:cNvSpPr txBox="1"/>
          <p:nvPr/>
        </p:nvSpPr>
        <p:spPr>
          <a:xfrm>
            <a:off x="1481275" y="6999162"/>
            <a:ext cx="96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Bold</a:t>
            </a:r>
            <a:br>
              <a:rPr lang="en-US" sz="1200" dirty="0">
                <a:solidFill>
                  <a:srgbClr val="EE0000"/>
                </a:solidFill>
              </a:rPr>
            </a:br>
            <a:r>
              <a:rPr lang="en-US" sz="1200" dirty="0">
                <a:solidFill>
                  <a:srgbClr val="EE0000"/>
                </a:solidFill>
              </a:rPr>
              <a:t>Bigger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F2C84EC-48C5-0485-B407-E5A106B22D71}"/>
              </a:ext>
            </a:extLst>
          </p:cNvPr>
          <p:cNvCxnSpPr>
            <a:cxnSpLocks/>
          </p:cNvCxnSpPr>
          <p:nvPr/>
        </p:nvCxnSpPr>
        <p:spPr>
          <a:xfrm>
            <a:off x="1674127" y="3828197"/>
            <a:ext cx="15358280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2E9F67-D770-4C44-8C93-A8235F6C45D1}"/>
              </a:ext>
            </a:extLst>
          </p:cNvPr>
          <p:cNvCxnSpPr>
            <a:cxnSpLocks/>
          </p:cNvCxnSpPr>
          <p:nvPr/>
        </p:nvCxnSpPr>
        <p:spPr>
          <a:xfrm>
            <a:off x="1674127" y="7024049"/>
            <a:ext cx="15358280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BB6221-0EE7-7C3A-0D6D-4752B355FB03}"/>
              </a:ext>
            </a:extLst>
          </p:cNvPr>
          <p:cNvCxnSpPr>
            <a:cxnSpLocks/>
          </p:cNvCxnSpPr>
          <p:nvPr/>
        </p:nvCxnSpPr>
        <p:spPr>
          <a:xfrm flipV="1">
            <a:off x="16748684" y="3828203"/>
            <a:ext cx="0" cy="3195851"/>
          </a:xfrm>
          <a:prstGeom prst="straightConnector1">
            <a:avLst/>
          </a:prstGeom>
          <a:ln>
            <a:solidFill>
              <a:srgbClr val="EE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A293B86-02A8-F695-DAA1-68F510ADAAD2}"/>
              </a:ext>
            </a:extLst>
          </p:cNvPr>
          <p:cNvSpPr txBox="1"/>
          <p:nvPr/>
        </p:nvSpPr>
        <p:spPr>
          <a:xfrm>
            <a:off x="15572099" y="5198497"/>
            <a:ext cx="1176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EE0000"/>
                </a:solidFill>
              </a:rPr>
              <a:t>Mismatch</a:t>
            </a:r>
            <a:endParaRPr lang="en-GB" sz="1200" dirty="0">
              <a:solidFill>
                <a:srgbClr val="EE0000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912EB7-304C-232C-C8E8-11460A444BA0}"/>
              </a:ext>
            </a:extLst>
          </p:cNvPr>
          <p:cNvCxnSpPr>
            <a:cxnSpLocks/>
          </p:cNvCxnSpPr>
          <p:nvPr/>
        </p:nvCxnSpPr>
        <p:spPr>
          <a:xfrm>
            <a:off x="1674127" y="3739493"/>
            <a:ext cx="15358280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C0975D5-3D33-A925-1B62-120063C4C8FF}"/>
              </a:ext>
            </a:extLst>
          </p:cNvPr>
          <p:cNvCxnSpPr>
            <a:cxnSpLocks/>
          </p:cNvCxnSpPr>
          <p:nvPr/>
        </p:nvCxnSpPr>
        <p:spPr>
          <a:xfrm flipV="1">
            <a:off x="3377815" y="4519101"/>
            <a:ext cx="0" cy="198315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7060204-33ED-4048-1DFB-8EB0C0C13F74}"/>
              </a:ext>
            </a:extLst>
          </p:cNvPr>
          <p:cNvSpPr txBox="1"/>
          <p:nvPr/>
        </p:nvSpPr>
        <p:spPr>
          <a:xfrm>
            <a:off x="2906182" y="4600991"/>
            <a:ext cx="113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EE0000"/>
                </a:solidFill>
              </a:rPr>
              <a:t>Upto 2 Decimal</a:t>
            </a:r>
            <a:endParaRPr lang="en-GB" sz="1200" dirty="0">
              <a:solidFill>
                <a:srgbClr val="EE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179DFE-3619-C5CD-57AC-179A67FBB484}"/>
              </a:ext>
            </a:extLst>
          </p:cNvPr>
          <p:cNvSpPr txBox="1"/>
          <p:nvPr/>
        </p:nvSpPr>
        <p:spPr>
          <a:xfrm>
            <a:off x="5334002" y="6553284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5EF4A7-14A6-12AA-83AF-AD747D5722E7}"/>
              </a:ext>
            </a:extLst>
          </p:cNvPr>
          <p:cNvSpPr txBox="1"/>
          <p:nvPr/>
        </p:nvSpPr>
        <p:spPr>
          <a:xfrm>
            <a:off x="5334002" y="11125205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4C6069-FFDA-0BDD-BAAD-C8BFA1735C43}"/>
              </a:ext>
            </a:extLst>
          </p:cNvPr>
          <p:cNvSpPr txBox="1"/>
          <p:nvPr/>
        </p:nvSpPr>
        <p:spPr>
          <a:xfrm>
            <a:off x="10268795" y="6553284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E1C5CE-B680-8637-71B4-801FE65BC768}"/>
              </a:ext>
            </a:extLst>
          </p:cNvPr>
          <p:cNvSpPr txBox="1"/>
          <p:nvPr/>
        </p:nvSpPr>
        <p:spPr>
          <a:xfrm>
            <a:off x="10268795" y="11125205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C91FD4-E3A0-81C7-FD76-966CD0FD330E}"/>
              </a:ext>
            </a:extLst>
          </p:cNvPr>
          <p:cNvSpPr txBox="1"/>
          <p:nvPr/>
        </p:nvSpPr>
        <p:spPr>
          <a:xfrm>
            <a:off x="15090610" y="6544181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3B895B-15A5-B826-B2BC-F73A3FD441D0}"/>
              </a:ext>
            </a:extLst>
          </p:cNvPr>
          <p:cNvSpPr txBox="1"/>
          <p:nvPr/>
        </p:nvSpPr>
        <p:spPr>
          <a:xfrm>
            <a:off x="15106651" y="11125206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(f)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47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DBD9-2BDC-0FCF-E5D2-46E81A94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46200B-E073-F60F-BCE7-4BE4B8773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46" y="7042759"/>
            <a:ext cx="5575503" cy="4186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67E18-7DA4-5ECC-9FD4-DE37D1FD8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270" y="7042759"/>
            <a:ext cx="5575503" cy="4186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EE21FC-3DB1-3371-A638-B909B71A0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1225" y="2856757"/>
            <a:ext cx="5575503" cy="4186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AC904F-1371-D647-2F66-68C210191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746" y="2856759"/>
            <a:ext cx="5575503" cy="4186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FAFD9E-9D4F-61A5-5D28-4E5BAE8CE9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270" y="2856759"/>
            <a:ext cx="5575503" cy="4186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641F3-A553-15D1-6879-E02D718A9545}"/>
              </a:ext>
            </a:extLst>
          </p:cNvPr>
          <p:cNvSpPr txBox="1"/>
          <p:nvPr/>
        </p:nvSpPr>
        <p:spPr>
          <a:xfrm>
            <a:off x="6257965" y="5964966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EF3DA5-A004-FD80-AF0B-9D3FBC7271AE}"/>
              </a:ext>
            </a:extLst>
          </p:cNvPr>
          <p:cNvSpPr txBox="1"/>
          <p:nvPr/>
        </p:nvSpPr>
        <p:spPr>
          <a:xfrm>
            <a:off x="10877852" y="5964964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9D466B-39C5-ED5C-AB23-3086FE90A9CE}"/>
              </a:ext>
            </a:extLst>
          </p:cNvPr>
          <p:cNvSpPr txBox="1"/>
          <p:nvPr/>
        </p:nvSpPr>
        <p:spPr>
          <a:xfrm>
            <a:off x="15490920" y="5964960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6F049-E823-D3D7-3A17-AF2EA16E0434}"/>
              </a:ext>
            </a:extLst>
          </p:cNvPr>
          <p:cNvSpPr txBox="1"/>
          <p:nvPr/>
        </p:nvSpPr>
        <p:spPr>
          <a:xfrm>
            <a:off x="6261376" y="10150962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88E4C9-B301-6453-A6F9-F92CCEC8AE36}"/>
              </a:ext>
            </a:extLst>
          </p:cNvPr>
          <p:cNvSpPr txBox="1"/>
          <p:nvPr/>
        </p:nvSpPr>
        <p:spPr>
          <a:xfrm>
            <a:off x="10884049" y="10159973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401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806" y="6147016"/>
            <a:ext cx="5575503" cy="41860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330" y="6147016"/>
            <a:ext cx="5575503" cy="4186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2282" y="1961015"/>
            <a:ext cx="5575503" cy="41860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806" y="1961015"/>
            <a:ext cx="5575503" cy="41860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330" y="1961015"/>
            <a:ext cx="5575503" cy="41860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B81AB15-A617-CA01-082B-BEFE44056A5C}"/>
              </a:ext>
            </a:extLst>
          </p:cNvPr>
          <p:cNvSpPr txBox="1"/>
          <p:nvPr/>
        </p:nvSpPr>
        <p:spPr>
          <a:xfrm>
            <a:off x="5910596" y="5069222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548658-B8C7-6148-87E4-4917A63DADE3}"/>
              </a:ext>
            </a:extLst>
          </p:cNvPr>
          <p:cNvSpPr txBox="1"/>
          <p:nvPr/>
        </p:nvSpPr>
        <p:spPr>
          <a:xfrm>
            <a:off x="10530481" y="5069220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7FD88-B6ED-796A-2F91-8CB22BC9E20F}"/>
              </a:ext>
            </a:extLst>
          </p:cNvPr>
          <p:cNvSpPr txBox="1"/>
          <p:nvPr/>
        </p:nvSpPr>
        <p:spPr>
          <a:xfrm>
            <a:off x="15143549" y="5069218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148F2F-3980-C482-E2C3-2645ED4BBF3A}"/>
              </a:ext>
            </a:extLst>
          </p:cNvPr>
          <p:cNvSpPr txBox="1"/>
          <p:nvPr/>
        </p:nvSpPr>
        <p:spPr>
          <a:xfrm>
            <a:off x="5914006" y="9255219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41BF6B-889E-7741-9D03-2BF9801B656F}"/>
              </a:ext>
            </a:extLst>
          </p:cNvPr>
          <p:cNvSpPr txBox="1"/>
          <p:nvPr/>
        </p:nvSpPr>
        <p:spPr>
          <a:xfrm>
            <a:off x="10536680" y="9264230"/>
            <a:ext cx="62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012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323" y="3894150"/>
            <a:ext cx="6471563" cy="41860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323" y="8306491"/>
            <a:ext cx="6471563" cy="41860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11" y="3894150"/>
            <a:ext cx="6471563" cy="41860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11" y="8306491"/>
            <a:ext cx="6471563" cy="4186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281512-250D-A261-B28C-E5DF497D9AAB}"/>
              </a:ext>
            </a:extLst>
          </p:cNvPr>
          <p:cNvSpPr txBox="1"/>
          <p:nvPr/>
        </p:nvSpPr>
        <p:spPr>
          <a:xfrm>
            <a:off x="3778178" y="4355511"/>
            <a:ext cx="62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C3FF4-ABE9-1D6C-787A-C18BCC35CCDB}"/>
              </a:ext>
            </a:extLst>
          </p:cNvPr>
          <p:cNvSpPr txBox="1"/>
          <p:nvPr/>
        </p:nvSpPr>
        <p:spPr>
          <a:xfrm>
            <a:off x="3778178" y="8775111"/>
            <a:ext cx="62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83209-304D-7E6D-99CB-9475BAB8B997}"/>
              </a:ext>
            </a:extLst>
          </p:cNvPr>
          <p:cNvSpPr txBox="1"/>
          <p:nvPr/>
        </p:nvSpPr>
        <p:spPr>
          <a:xfrm>
            <a:off x="9685491" y="4355511"/>
            <a:ext cx="62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0C535-3720-29D3-AC25-FAC56DAA4D1D}"/>
              </a:ext>
            </a:extLst>
          </p:cNvPr>
          <p:cNvSpPr txBox="1"/>
          <p:nvPr/>
        </p:nvSpPr>
        <p:spPr>
          <a:xfrm>
            <a:off x="9685491" y="8775111"/>
            <a:ext cx="62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1AA40945-AAB7-B40C-5CA5-FE32181E56BE}"/>
              </a:ext>
            </a:extLst>
          </p:cNvPr>
          <p:cNvCxnSpPr>
            <a:cxnSpLocks/>
          </p:cNvCxnSpPr>
          <p:nvPr/>
        </p:nvCxnSpPr>
        <p:spPr>
          <a:xfrm>
            <a:off x="3897795" y="434010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6461D848-AFA7-79E9-5771-A848BF7A1CF5}"/>
              </a:ext>
            </a:extLst>
          </p:cNvPr>
          <p:cNvCxnSpPr>
            <a:cxnSpLocks/>
          </p:cNvCxnSpPr>
          <p:nvPr/>
        </p:nvCxnSpPr>
        <p:spPr>
          <a:xfrm>
            <a:off x="3897795" y="442209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0C2A190B-788D-C0C1-C486-9CB8D2BD7BEC}"/>
              </a:ext>
            </a:extLst>
          </p:cNvPr>
          <p:cNvCxnSpPr>
            <a:cxnSpLocks/>
          </p:cNvCxnSpPr>
          <p:nvPr/>
        </p:nvCxnSpPr>
        <p:spPr>
          <a:xfrm>
            <a:off x="3897795" y="462706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D7BFBD29-9778-3B76-E858-48BFC4B1AB93}"/>
              </a:ext>
            </a:extLst>
          </p:cNvPr>
          <p:cNvCxnSpPr>
            <a:cxnSpLocks/>
          </p:cNvCxnSpPr>
          <p:nvPr/>
        </p:nvCxnSpPr>
        <p:spPr>
          <a:xfrm>
            <a:off x="3897795" y="450407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CF16C7E-0565-7B20-BE78-D6F166CE6B3F}"/>
              </a:ext>
            </a:extLst>
          </p:cNvPr>
          <p:cNvCxnSpPr>
            <a:cxnSpLocks/>
          </p:cNvCxnSpPr>
          <p:nvPr/>
        </p:nvCxnSpPr>
        <p:spPr>
          <a:xfrm>
            <a:off x="3897795" y="4750043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F60A76E-B14B-CF0E-5B60-F877C3C119F7}"/>
              </a:ext>
            </a:extLst>
          </p:cNvPr>
          <p:cNvCxnSpPr>
            <a:cxnSpLocks/>
          </p:cNvCxnSpPr>
          <p:nvPr/>
        </p:nvCxnSpPr>
        <p:spPr>
          <a:xfrm>
            <a:off x="3897795" y="48320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B6BED256-0098-3E35-992C-816B48FF5228}"/>
              </a:ext>
            </a:extLst>
          </p:cNvPr>
          <p:cNvCxnSpPr>
            <a:cxnSpLocks/>
          </p:cNvCxnSpPr>
          <p:nvPr/>
        </p:nvCxnSpPr>
        <p:spPr>
          <a:xfrm>
            <a:off x="3897795" y="503700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545DAAC9-60BB-35C6-57EF-B83411F5CA90}"/>
              </a:ext>
            </a:extLst>
          </p:cNvPr>
          <p:cNvCxnSpPr>
            <a:cxnSpLocks/>
          </p:cNvCxnSpPr>
          <p:nvPr/>
        </p:nvCxnSpPr>
        <p:spPr>
          <a:xfrm>
            <a:off x="3897795" y="491401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CC86810D-B588-0386-892B-8D4208573318}"/>
              </a:ext>
            </a:extLst>
          </p:cNvPr>
          <p:cNvCxnSpPr>
            <a:cxnSpLocks/>
          </p:cNvCxnSpPr>
          <p:nvPr/>
        </p:nvCxnSpPr>
        <p:spPr>
          <a:xfrm>
            <a:off x="3897795" y="5159983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F775D103-2C57-4997-D941-9D7973D05CD1}"/>
              </a:ext>
            </a:extLst>
          </p:cNvPr>
          <p:cNvCxnSpPr>
            <a:cxnSpLocks/>
          </p:cNvCxnSpPr>
          <p:nvPr/>
        </p:nvCxnSpPr>
        <p:spPr>
          <a:xfrm>
            <a:off x="3897795" y="524197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6A3A6568-3309-DB04-FADD-C1ACB3100B5A}"/>
              </a:ext>
            </a:extLst>
          </p:cNvPr>
          <p:cNvCxnSpPr>
            <a:cxnSpLocks/>
          </p:cNvCxnSpPr>
          <p:nvPr/>
        </p:nvCxnSpPr>
        <p:spPr>
          <a:xfrm>
            <a:off x="3897795" y="544694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BBF696FD-1136-3CB3-AF06-6C3C5DB7DF30}"/>
              </a:ext>
            </a:extLst>
          </p:cNvPr>
          <p:cNvCxnSpPr>
            <a:cxnSpLocks/>
          </p:cNvCxnSpPr>
          <p:nvPr/>
        </p:nvCxnSpPr>
        <p:spPr>
          <a:xfrm>
            <a:off x="3897795" y="536495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5AEAFCEE-5F3C-4582-FA7E-55306FEAE788}"/>
              </a:ext>
            </a:extLst>
          </p:cNvPr>
          <p:cNvCxnSpPr>
            <a:cxnSpLocks/>
          </p:cNvCxnSpPr>
          <p:nvPr/>
        </p:nvCxnSpPr>
        <p:spPr>
          <a:xfrm>
            <a:off x="3897795" y="5569923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8C9FF092-20E9-2F11-0454-355BC060FC99}"/>
              </a:ext>
            </a:extLst>
          </p:cNvPr>
          <p:cNvCxnSpPr>
            <a:cxnSpLocks/>
          </p:cNvCxnSpPr>
          <p:nvPr/>
        </p:nvCxnSpPr>
        <p:spPr>
          <a:xfrm>
            <a:off x="3897795" y="565191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5772931-23BF-39F3-BBD3-83676834D74A}"/>
              </a:ext>
            </a:extLst>
          </p:cNvPr>
          <p:cNvCxnSpPr>
            <a:cxnSpLocks/>
          </p:cNvCxnSpPr>
          <p:nvPr/>
        </p:nvCxnSpPr>
        <p:spPr>
          <a:xfrm>
            <a:off x="3897795" y="585688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19DE90FF-5901-497E-63FF-5EAF0E2A52B0}"/>
              </a:ext>
            </a:extLst>
          </p:cNvPr>
          <p:cNvCxnSpPr>
            <a:cxnSpLocks/>
          </p:cNvCxnSpPr>
          <p:nvPr/>
        </p:nvCxnSpPr>
        <p:spPr>
          <a:xfrm>
            <a:off x="3897795" y="573389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6D55641E-ECEF-F7F1-AF32-193AC43B723C}"/>
              </a:ext>
            </a:extLst>
          </p:cNvPr>
          <p:cNvCxnSpPr>
            <a:cxnSpLocks/>
          </p:cNvCxnSpPr>
          <p:nvPr/>
        </p:nvCxnSpPr>
        <p:spPr>
          <a:xfrm>
            <a:off x="3897795" y="5979863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7886EF1-2A18-8185-401A-1B139DAE06D8}"/>
              </a:ext>
            </a:extLst>
          </p:cNvPr>
          <p:cNvCxnSpPr>
            <a:cxnSpLocks/>
          </p:cNvCxnSpPr>
          <p:nvPr/>
        </p:nvCxnSpPr>
        <p:spPr>
          <a:xfrm>
            <a:off x="3897795" y="610284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E9BC0DD4-B670-E34C-0D0B-7F18DE3FC802}"/>
              </a:ext>
            </a:extLst>
          </p:cNvPr>
          <p:cNvCxnSpPr>
            <a:cxnSpLocks/>
          </p:cNvCxnSpPr>
          <p:nvPr/>
        </p:nvCxnSpPr>
        <p:spPr>
          <a:xfrm>
            <a:off x="3897795" y="626682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233F4788-153D-CC48-7621-0FFDA0C73DE6}"/>
              </a:ext>
            </a:extLst>
          </p:cNvPr>
          <p:cNvCxnSpPr>
            <a:cxnSpLocks/>
          </p:cNvCxnSpPr>
          <p:nvPr/>
        </p:nvCxnSpPr>
        <p:spPr>
          <a:xfrm>
            <a:off x="3897795" y="618483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D32E07B1-8A73-26DD-B53E-98FD16AB23EC}"/>
              </a:ext>
            </a:extLst>
          </p:cNvPr>
          <p:cNvCxnSpPr>
            <a:cxnSpLocks/>
          </p:cNvCxnSpPr>
          <p:nvPr/>
        </p:nvCxnSpPr>
        <p:spPr>
          <a:xfrm>
            <a:off x="3897795" y="6389803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AC560073-DA00-D38B-8E19-3E819A3D3712}"/>
              </a:ext>
            </a:extLst>
          </p:cNvPr>
          <p:cNvCxnSpPr>
            <a:cxnSpLocks/>
          </p:cNvCxnSpPr>
          <p:nvPr/>
        </p:nvCxnSpPr>
        <p:spPr>
          <a:xfrm>
            <a:off x="3897795" y="651278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92458130-FE60-B7C4-52FE-9664A3D89328}"/>
              </a:ext>
            </a:extLst>
          </p:cNvPr>
          <p:cNvCxnSpPr>
            <a:cxnSpLocks/>
          </p:cNvCxnSpPr>
          <p:nvPr/>
        </p:nvCxnSpPr>
        <p:spPr>
          <a:xfrm>
            <a:off x="3897795" y="667676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FD4B9E11-3328-B3F1-BC23-F54779D523E9}"/>
              </a:ext>
            </a:extLst>
          </p:cNvPr>
          <p:cNvCxnSpPr>
            <a:cxnSpLocks/>
          </p:cNvCxnSpPr>
          <p:nvPr/>
        </p:nvCxnSpPr>
        <p:spPr>
          <a:xfrm>
            <a:off x="3897795" y="655377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59EC1A47-EE08-7D0D-FB2A-1EFDDC0C6262}"/>
              </a:ext>
            </a:extLst>
          </p:cNvPr>
          <p:cNvCxnSpPr>
            <a:cxnSpLocks/>
          </p:cNvCxnSpPr>
          <p:nvPr/>
        </p:nvCxnSpPr>
        <p:spPr>
          <a:xfrm>
            <a:off x="3897795" y="6799743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1435DEE6-D5FF-315C-84FB-0666B1CAE670}"/>
              </a:ext>
            </a:extLst>
          </p:cNvPr>
          <p:cNvCxnSpPr>
            <a:cxnSpLocks/>
          </p:cNvCxnSpPr>
          <p:nvPr/>
        </p:nvCxnSpPr>
        <p:spPr>
          <a:xfrm>
            <a:off x="3897795" y="69227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31853BFF-14C0-E8AD-2A1F-C46C05A04C46}"/>
              </a:ext>
            </a:extLst>
          </p:cNvPr>
          <p:cNvCxnSpPr>
            <a:cxnSpLocks/>
          </p:cNvCxnSpPr>
          <p:nvPr/>
        </p:nvCxnSpPr>
        <p:spPr>
          <a:xfrm>
            <a:off x="3897795" y="708670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FD159829-9C02-DE87-DD7F-F48610B6DACE}"/>
              </a:ext>
            </a:extLst>
          </p:cNvPr>
          <p:cNvCxnSpPr>
            <a:cxnSpLocks/>
          </p:cNvCxnSpPr>
          <p:nvPr/>
        </p:nvCxnSpPr>
        <p:spPr>
          <a:xfrm>
            <a:off x="3897795" y="696371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9BCBFECF-24AA-865B-76D7-D1B284D23A81}"/>
              </a:ext>
            </a:extLst>
          </p:cNvPr>
          <p:cNvCxnSpPr>
            <a:cxnSpLocks/>
          </p:cNvCxnSpPr>
          <p:nvPr/>
        </p:nvCxnSpPr>
        <p:spPr>
          <a:xfrm>
            <a:off x="3897795" y="7209683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237141E9-5566-DC47-0C86-62050CFD348E}"/>
              </a:ext>
            </a:extLst>
          </p:cNvPr>
          <p:cNvCxnSpPr>
            <a:cxnSpLocks/>
          </p:cNvCxnSpPr>
          <p:nvPr/>
        </p:nvCxnSpPr>
        <p:spPr>
          <a:xfrm>
            <a:off x="3897795" y="729167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960A47D4-739D-8BC2-B4BD-CA8CD650B049}"/>
              </a:ext>
            </a:extLst>
          </p:cNvPr>
          <p:cNvCxnSpPr>
            <a:cxnSpLocks/>
          </p:cNvCxnSpPr>
          <p:nvPr/>
        </p:nvCxnSpPr>
        <p:spPr>
          <a:xfrm>
            <a:off x="3897795" y="749664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51EB707C-50A3-0940-3E14-2A177935A1E3}"/>
              </a:ext>
            </a:extLst>
          </p:cNvPr>
          <p:cNvCxnSpPr>
            <a:cxnSpLocks/>
          </p:cNvCxnSpPr>
          <p:nvPr/>
        </p:nvCxnSpPr>
        <p:spPr>
          <a:xfrm>
            <a:off x="3897795" y="737365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7AF8BA41-61C2-459A-B195-41B2CA4F189A}"/>
              </a:ext>
            </a:extLst>
          </p:cNvPr>
          <p:cNvCxnSpPr>
            <a:cxnSpLocks/>
          </p:cNvCxnSpPr>
          <p:nvPr/>
        </p:nvCxnSpPr>
        <p:spPr>
          <a:xfrm>
            <a:off x="3897795" y="7619634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0F2B9787-E9E6-BCC4-9116-E64FB3FA0ED5}"/>
              </a:ext>
            </a:extLst>
          </p:cNvPr>
          <p:cNvCxnSpPr>
            <a:cxnSpLocks/>
          </p:cNvCxnSpPr>
          <p:nvPr/>
        </p:nvCxnSpPr>
        <p:spPr>
          <a:xfrm>
            <a:off x="3897795" y="438109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8C66AD1D-B02F-443E-C20C-E5C0A2B203CB}"/>
              </a:ext>
            </a:extLst>
          </p:cNvPr>
          <p:cNvCxnSpPr>
            <a:cxnSpLocks/>
          </p:cNvCxnSpPr>
          <p:nvPr/>
        </p:nvCxnSpPr>
        <p:spPr>
          <a:xfrm>
            <a:off x="3897795" y="446308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2FB2F8FC-BF01-AE25-69FC-08C0701C9E78}"/>
              </a:ext>
            </a:extLst>
          </p:cNvPr>
          <p:cNvCxnSpPr>
            <a:cxnSpLocks/>
          </p:cNvCxnSpPr>
          <p:nvPr/>
        </p:nvCxnSpPr>
        <p:spPr>
          <a:xfrm>
            <a:off x="3897795" y="46680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65368CB1-27BD-F39D-A004-E5806B06CF8A}"/>
              </a:ext>
            </a:extLst>
          </p:cNvPr>
          <p:cNvCxnSpPr>
            <a:cxnSpLocks/>
          </p:cNvCxnSpPr>
          <p:nvPr/>
        </p:nvCxnSpPr>
        <p:spPr>
          <a:xfrm>
            <a:off x="3897795" y="454507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EC58FF63-A0A3-B945-0619-0074C5B5E47D}"/>
              </a:ext>
            </a:extLst>
          </p:cNvPr>
          <p:cNvCxnSpPr>
            <a:cxnSpLocks/>
          </p:cNvCxnSpPr>
          <p:nvPr/>
        </p:nvCxnSpPr>
        <p:spPr>
          <a:xfrm>
            <a:off x="3897795" y="47910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67E1D0FD-C1FA-A634-3FE6-54647E0C134B}"/>
              </a:ext>
            </a:extLst>
          </p:cNvPr>
          <p:cNvCxnSpPr>
            <a:cxnSpLocks/>
          </p:cNvCxnSpPr>
          <p:nvPr/>
        </p:nvCxnSpPr>
        <p:spPr>
          <a:xfrm>
            <a:off x="3897795" y="48730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FDCD74D-F8CB-AC65-ACFF-1C20F9785BD4}"/>
              </a:ext>
            </a:extLst>
          </p:cNvPr>
          <p:cNvCxnSpPr>
            <a:cxnSpLocks/>
          </p:cNvCxnSpPr>
          <p:nvPr/>
        </p:nvCxnSpPr>
        <p:spPr>
          <a:xfrm>
            <a:off x="3897795" y="507799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C6BB611B-896B-FC6E-B039-2DB0D7364B67}"/>
              </a:ext>
            </a:extLst>
          </p:cNvPr>
          <p:cNvCxnSpPr>
            <a:cxnSpLocks/>
          </p:cNvCxnSpPr>
          <p:nvPr/>
        </p:nvCxnSpPr>
        <p:spPr>
          <a:xfrm>
            <a:off x="3897795" y="495501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C7C9012B-AD6B-074F-A19D-45F385A6832F}"/>
              </a:ext>
            </a:extLst>
          </p:cNvPr>
          <p:cNvCxnSpPr>
            <a:cxnSpLocks/>
          </p:cNvCxnSpPr>
          <p:nvPr/>
        </p:nvCxnSpPr>
        <p:spPr>
          <a:xfrm>
            <a:off x="3897795" y="520097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E7AEEB2E-2474-B9D6-BD48-1D85E3A98869}"/>
              </a:ext>
            </a:extLst>
          </p:cNvPr>
          <p:cNvCxnSpPr>
            <a:cxnSpLocks/>
          </p:cNvCxnSpPr>
          <p:nvPr/>
        </p:nvCxnSpPr>
        <p:spPr>
          <a:xfrm>
            <a:off x="3897795" y="528296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0754F1C-00CE-9386-2633-A4F0BB8B8215}"/>
              </a:ext>
            </a:extLst>
          </p:cNvPr>
          <p:cNvCxnSpPr>
            <a:cxnSpLocks/>
          </p:cNvCxnSpPr>
          <p:nvPr/>
        </p:nvCxnSpPr>
        <p:spPr>
          <a:xfrm>
            <a:off x="3897795" y="548793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9C5FC899-37A0-3695-C23B-AFCD2C7DBB16}"/>
              </a:ext>
            </a:extLst>
          </p:cNvPr>
          <p:cNvCxnSpPr>
            <a:cxnSpLocks/>
          </p:cNvCxnSpPr>
          <p:nvPr/>
        </p:nvCxnSpPr>
        <p:spPr>
          <a:xfrm>
            <a:off x="3897795" y="540594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38AA9E6-1503-A05B-00AD-6C243E0DE835}"/>
              </a:ext>
            </a:extLst>
          </p:cNvPr>
          <p:cNvCxnSpPr>
            <a:cxnSpLocks/>
          </p:cNvCxnSpPr>
          <p:nvPr/>
        </p:nvCxnSpPr>
        <p:spPr>
          <a:xfrm>
            <a:off x="3897795" y="561091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6F00EFC-8535-7F4A-9904-18B48542F801}"/>
              </a:ext>
            </a:extLst>
          </p:cNvPr>
          <p:cNvCxnSpPr>
            <a:cxnSpLocks/>
          </p:cNvCxnSpPr>
          <p:nvPr/>
        </p:nvCxnSpPr>
        <p:spPr>
          <a:xfrm>
            <a:off x="3897795" y="569290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CBCB90E1-1C9A-D847-6C9C-66FA9B4F3290}"/>
              </a:ext>
            </a:extLst>
          </p:cNvPr>
          <p:cNvCxnSpPr>
            <a:cxnSpLocks/>
          </p:cNvCxnSpPr>
          <p:nvPr/>
        </p:nvCxnSpPr>
        <p:spPr>
          <a:xfrm>
            <a:off x="3897795" y="589787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F7932FD5-3491-B378-98EB-A50A1F488FB7}"/>
              </a:ext>
            </a:extLst>
          </p:cNvPr>
          <p:cNvCxnSpPr>
            <a:cxnSpLocks/>
          </p:cNvCxnSpPr>
          <p:nvPr/>
        </p:nvCxnSpPr>
        <p:spPr>
          <a:xfrm>
            <a:off x="3897795" y="577489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F7411951-3A41-D4D1-1724-D78C9287A61E}"/>
              </a:ext>
            </a:extLst>
          </p:cNvPr>
          <p:cNvCxnSpPr>
            <a:cxnSpLocks/>
          </p:cNvCxnSpPr>
          <p:nvPr/>
        </p:nvCxnSpPr>
        <p:spPr>
          <a:xfrm>
            <a:off x="3897795" y="602085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697A4B4A-0198-AB6C-366F-096E0ABE8B66}"/>
              </a:ext>
            </a:extLst>
          </p:cNvPr>
          <p:cNvCxnSpPr>
            <a:cxnSpLocks/>
          </p:cNvCxnSpPr>
          <p:nvPr/>
        </p:nvCxnSpPr>
        <p:spPr>
          <a:xfrm>
            <a:off x="3897795" y="614383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AAC5CA28-AA08-D55C-F53C-CEB726F63780}"/>
              </a:ext>
            </a:extLst>
          </p:cNvPr>
          <p:cNvCxnSpPr>
            <a:cxnSpLocks/>
          </p:cNvCxnSpPr>
          <p:nvPr/>
        </p:nvCxnSpPr>
        <p:spPr>
          <a:xfrm>
            <a:off x="3897795" y="630781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878E5129-5ED0-255C-A9DC-800B7FCFA2F5}"/>
              </a:ext>
            </a:extLst>
          </p:cNvPr>
          <p:cNvCxnSpPr>
            <a:cxnSpLocks/>
          </p:cNvCxnSpPr>
          <p:nvPr/>
        </p:nvCxnSpPr>
        <p:spPr>
          <a:xfrm>
            <a:off x="3897795" y="622582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220F2483-BBA1-FB90-C130-7AC51121702F}"/>
              </a:ext>
            </a:extLst>
          </p:cNvPr>
          <p:cNvCxnSpPr>
            <a:cxnSpLocks/>
          </p:cNvCxnSpPr>
          <p:nvPr/>
        </p:nvCxnSpPr>
        <p:spPr>
          <a:xfrm>
            <a:off x="3897795" y="643079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C4E0571A-A2AC-BF69-E22D-76C5DC5172F9}"/>
              </a:ext>
            </a:extLst>
          </p:cNvPr>
          <p:cNvCxnSpPr>
            <a:cxnSpLocks/>
          </p:cNvCxnSpPr>
          <p:nvPr/>
        </p:nvCxnSpPr>
        <p:spPr>
          <a:xfrm>
            <a:off x="3897795" y="67177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0124EA9C-0DDB-9438-20B2-6F5AA540A229}"/>
              </a:ext>
            </a:extLst>
          </p:cNvPr>
          <p:cNvCxnSpPr>
            <a:cxnSpLocks/>
          </p:cNvCxnSpPr>
          <p:nvPr/>
        </p:nvCxnSpPr>
        <p:spPr>
          <a:xfrm>
            <a:off x="3897795" y="659477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69485F7C-4EA9-E827-77C1-20CCBCE65AA7}"/>
              </a:ext>
            </a:extLst>
          </p:cNvPr>
          <p:cNvCxnSpPr>
            <a:cxnSpLocks/>
          </p:cNvCxnSpPr>
          <p:nvPr/>
        </p:nvCxnSpPr>
        <p:spPr>
          <a:xfrm>
            <a:off x="3897795" y="68407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E0CE03D8-44CF-8DD5-A3A6-19AB97512305}"/>
              </a:ext>
            </a:extLst>
          </p:cNvPr>
          <p:cNvCxnSpPr>
            <a:cxnSpLocks/>
          </p:cNvCxnSpPr>
          <p:nvPr/>
        </p:nvCxnSpPr>
        <p:spPr>
          <a:xfrm>
            <a:off x="3897795" y="712769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78B0331-6E35-DD44-E0DC-8EA4A1D969B6}"/>
              </a:ext>
            </a:extLst>
          </p:cNvPr>
          <p:cNvCxnSpPr>
            <a:cxnSpLocks/>
          </p:cNvCxnSpPr>
          <p:nvPr/>
        </p:nvCxnSpPr>
        <p:spPr>
          <a:xfrm>
            <a:off x="3897795" y="700471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4D516E2B-95DB-DFBA-18E2-F9E2AA36C6A9}"/>
              </a:ext>
            </a:extLst>
          </p:cNvPr>
          <p:cNvCxnSpPr>
            <a:cxnSpLocks/>
          </p:cNvCxnSpPr>
          <p:nvPr/>
        </p:nvCxnSpPr>
        <p:spPr>
          <a:xfrm>
            <a:off x="3897795" y="725067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2BCC4315-32ED-C10A-F7CB-3F7F77C2F062}"/>
              </a:ext>
            </a:extLst>
          </p:cNvPr>
          <p:cNvCxnSpPr>
            <a:cxnSpLocks/>
          </p:cNvCxnSpPr>
          <p:nvPr/>
        </p:nvCxnSpPr>
        <p:spPr>
          <a:xfrm>
            <a:off x="3897795" y="733266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35352281-7067-E31A-1964-995835E57C87}"/>
              </a:ext>
            </a:extLst>
          </p:cNvPr>
          <p:cNvCxnSpPr>
            <a:cxnSpLocks/>
          </p:cNvCxnSpPr>
          <p:nvPr/>
        </p:nvCxnSpPr>
        <p:spPr>
          <a:xfrm>
            <a:off x="3897795" y="753763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6B016C01-6136-D8C2-6C53-A106AB839220}"/>
              </a:ext>
            </a:extLst>
          </p:cNvPr>
          <p:cNvCxnSpPr>
            <a:cxnSpLocks/>
          </p:cNvCxnSpPr>
          <p:nvPr/>
        </p:nvCxnSpPr>
        <p:spPr>
          <a:xfrm>
            <a:off x="3897795" y="741465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5259D658-EF5E-ED61-53CE-C477DAD9BDE1}"/>
              </a:ext>
            </a:extLst>
          </p:cNvPr>
          <p:cNvCxnSpPr>
            <a:cxnSpLocks/>
          </p:cNvCxnSpPr>
          <p:nvPr/>
        </p:nvCxnSpPr>
        <p:spPr>
          <a:xfrm>
            <a:off x="3897795" y="47090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A88D16A-F105-4184-6C33-7AB6420A5B3A}"/>
              </a:ext>
            </a:extLst>
          </p:cNvPr>
          <p:cNvCxnSpPr>
            <a:cxnSpLocks/>
          </p:cNvCxnSpPr>
          <p:nvPr/>
        </p:nvCxnSpPr>
        <p:spPr>
          <a:xfrm>
            <a:off x="3897795" y="458606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87182BF7-CD81-C555-BCC9-895FF3EFDAF8}"/>
              </a:ext>
            </a:extLst>
          </p:cNvPr>
          <p:cNvCxnSpPr>
            <a:cxnSpLocks/>
          </p:cNvCxnSpPr>
          <p:nvPr/>
        </p:nvCxnSpPr>
        <p:spPr>
          <a:xfrm>
            <a:off x="3897795" y="511898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7760161C-FF97-A07F-B5F9-F838606A548E}"/>
              </a:ext>
            </a:extLst>
          </p:cNvPr>
          <p:cNvCxnSpPr>
            <a:cxnSpLocks/>
          </p:cNvCxnSpPr>
          <p:nvPr/>
        </p:nvCxnSpPr>
        <p:spPr>
          <a:xfrm>
            <a:off x="3897795" y="499600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9AE1E7B5-D452-C942-6A95-D3DE72064205}"/>
              </a:ext>
            </a:extLst>
          </p:cNvPr>
          <p:cNvCxnSpPr>
            <a:cxnSpLocks/>
          </p:cNvCxnSpPr>
          <p:nvPr/>
        </p:nvCxnSpPr>
        <p:spPr>
          <a:xfrm>
            <a:off x="3897795" y="532395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4C8CC9D7-4C7D-44A0-BD90-3A586DD5FA7C}"/>
              </a:ext>
            </a:extLst>
          </p:cNvPr>
          <p:cNvCxnSpPr>
            <a:cxnSpLocks/>
          </p:cNvCxnSpPr>
          <p:nvPr/>
        </p:nvCxnSpPr>
        <p:spPr>
          <a:xfrm>
            <a:off x="3897795" y="552892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A891CEDB-E08D-6F6C-DF44-CE97AA9702C7}"/>
              </a:ext>
            </a:extLst>
          </p:cNvPr>
          <p:cNvCxnSpPr>
            <a:cxnSpLocks/>
          </p:cNvCxnSpPr>
          <p:nvPr/>
        </p:nvCxnSpPr>
        <p:spPr>
          <a:xfrm>
            <a:off x="3897795" y="593886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571C5D6A-D0AD-AD23-DD69-2B7B6321163F}"/>
              </a:ext>
            </a:extLst>
          </p:cNvPr>
          <p:cNvCxnSpPr>
            <a:cxnSpLocks/>
          </p:cNvCxnSpPr>
          <p:nvPr/>
        </p:nvCxnSpPr>
        <p:spPr>
          <a:xfrm>
            <a:off x="3897795" y="581588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C74C7304-DB5C-2143-50FA-61B392FB98F1}"/>
              </a:ext>
            </a:extLst>
          </p:cNvPr>
          <p:cNvCxnSpPr>
            <a:cxnSpLocks/>
          </p:cNvCxnSpPr>
          <p:nvPr/>
        </p:nvCxnSpPr>
        <p:spPr>
          <a:xfrm>
            <a:off x="3897795" y="606185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FB9800C-9054-BF79-7E48-54C02BE5364A}"/>
              </a:ext>
            </a:extLst>
          </p:cNvPr>
          <p:cNvCxnSpPr>
            <a:cxnSpLocks/>
          </p:cNvCxnSpPr>
          <p:nvPr/>
        </p:nvCxnSpPr>
        <p:spPr>
          <a:xfrm>
            <a:off x="3897795" y="634880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8E1A6886-5774-5D0F-331A-7900C69EE7A4}"/>
              </a:ext>
            </a:extLst>
          </p:cNvPr>
          <p:cNvCxnSpPr>
            <a:cxnSpLocks/>
          </p:cNvCxnSpPr>
          <p:nvPr/>
        </p:nvCxnSpPr>
        <p:spPr>
          <a:xfrm>
            <a:off x="3897795" y="647179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9053A49F-FB53-E9FA-1C19-93FF18B60C3E}"/>
              </a:ext>
            </a:extLst>
          </p:cNvPr>
          <p:cNvCxnSpPr>
            <a:cxnSpLocks/>
          </p:cNvCxnSpPr>
          <p:nvPr/>
        </p:nvCxnSpPr>
        <p:spPr>
          <a:xfrm>
            <a:off x="3897795" y="67587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2689F0DB-90F9-581C-EB65-A39E71ABD676}"/>
              </a:ext>
            </a:extLst>
          </p:cNvPr>
          <p:cNvCxnSpPr>
            <a:cxnSpLocks/>
          </p:cNvCxnSpPr>
          <p:nvPr/>
        </p:nvCxnSpPr>
        <p:spPr>
          <a:xfrm>
            <a:off x="3897795" y="663576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AA4E373E-82AF-E326-6E1C-0003B5FE466D}"/>
              </a:ext>
            </a:extLst>
          </p:cNvPr>
          <p:cNvCxnSpPr>
            <a:cxnSpLocks/>
          </p:cNvCxnSpPr>
          <p:nvPr/>
        </p:nvCxnSpPr>
        <p:spPr>
          <a:xfrm>
            <a:off x="3897795" y="68817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CBD20A18-AADF-2860-7A9B-33058FB98C90}"/>
              </a:ext>
            </a:extLst>
          </p:cNvPr>
          <p:cNvCxnSpPr>
            <a:cxnSpLocks/>
          </p:cNvCxnSpPr>
          <p:nvPr/>
        </p:nvCxnSpPr>
        <p:spPr>
          <a:xfrm>
            <a:off x="3897795" y="716868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F378D039-B5CA-3D25-FDA9-2CAC46853EBF}"/>
              </a:ext>
            </a:extLst>
          </p:cNvPr>
          <p:cNvCxnSpPr>
            <a:cxnSpLocks/>
          </p:cNvCxnSpPr>
          <p:nvPr/>
        </p:nvCxnSpPr>
        <p:spPr>
          <a:xfrm>
            <a:off x="3897795" y="704570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3269D562-55CC-9AB2-EA43-3E486F7FB9A8}"/>
              </a:ext>
            </a:extLst>
          </p:cNvPr>
          <p:cNvCxnSpPr>
            <a:cxnSpLocks/>
          </p:cNvCxnSpPr>
          <p:nvPr/>
        </p:nvCxnSpPr>
        <p:spPr>
          <a:xfrm>
            <a:off x="3897795" y="757862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7A8B64FA-1F61-24C5-6400-6B60389AE3D7}"/>
              </a:ext>
            </a:extLst>
          </p:cNvPr>
          <p:cNvCxnSpPr>
            <a:cxnSpLocks/>
          </p:cNvCxnSpPr>
          <p:nvPr/>
        </p:nvCxnSpPr>
        <p:spPr>
          <a:xfrm>
            <a:off x="3897795" y="745564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ECCC733B-17C1-7CCE-27B0-B77A0F889CA0}"/>
              </a:ext>
            </a:extLst>
          </p:cNvPr>
          <p:cNvCxnSpPr>
            <a:cxnSpLocks/>
          </p:cNvCxnSpPr>
          <p:nvPr/>
        </p:nvCxnSpPr>
        <p:spPr>
          <a:xfrm>
            <a:off x="9793778" y="433786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53BC195-AA97-A098-CF7A-7DCEC09FFB1C}"/>
              </a:ext>
            </a:extLst>
          </p:cNvPr>
          <p:cNvCxnSpPr>
            <a:cxnSpLocks/>
          </p:cNvCxnSpPr>
          <p:nvPr/>
        </p:nvCxnSpPr>
        <p:spPr>
          <a:xfrm>
            <a:off x="9793778" y="44198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8BCD2EDA-E5A7-2C90-3521-56E51DAC37BC}"/>
              </a:ext>
            </a:extLst>
          </p:cNvPr>
          <p:cNvCxnSpPr>
            <a:cxnSpLocks/>
          </p:cNvCxnSpPr>
          <p:nvPr/>
        </p:nvCxnSpPr>
        <p:spPr>
          <a:xfrm>
            <a:off x="9793778" y="46248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B09DF4D3-3D56-984F-6DF0-DCE62078B52A}"/>
              </a:ext>
            </a:extLst>
          </p:cNvPr>
          <p:cNvCxnSpPr>
            <a:cxnSpLocks/>
          </p:cNvCxnSpPr>
          <p:nvPr/>
        </p:nvCxnSpPr>
        <p:spPr>
          <a:xfrm>
            <a:off x="9793778" y="450184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1254BF9B-F910-7C6F-8C17-B09EC4AF1E64}"/>
              </a:ext>
            </a:extLst>
          </p:cNvPr>
          <p:cNvCxnSpPr>
            <a:cxnSpLocks/>
          </p:cNvCxnSpPr>
          <p:nvPr/>
        </p:nvCxnSpPr>
        <p:spPr>
          <a:xfrm>
            <a:off x="9793778" y="4747807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597">
            <a:extLst>
              <a:ext uri="{FF2B5EF4-FFF2-40B4-BE49-F238E27FC236}">
                <a16:creationId xmlns:a16="http://schemas.microsoft.com/office/drawing/2014/main" id="{D5CC9D30-C376-B252-C89E-171FDD1E746A}"/>
              </a:ext>
            </a:extLst>
          </p:cNvPr>
          <p:cNvCxnSpPr>
            <a:cxnSpLocks/>
          </p:cNvCxnSpPr>
          <p:nvPr/>
        </p:nvCxnSpPr>
        <p:spPr>
          <a:xfrm>
            <a:off x="9793778" y="482979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8395F285-A5C0-679A-55AA-8B2B12B9167C}"/>
              </a:ext>
            </a:extLst>
          </p:cNvPr>
          <p:cNvCxnSpPr>
            <a:cxnSpLocks/>
          </p:cNvCxnSpPr>
          <p:nvPr/>
        </p:nvCxnSpPr>
        <p:spPr>
          <a:xfrm>
            <a:off x="9793778" y="503476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4277C2C3-5CA4-61D3-1D4C-0431D48C30D6}"/>
              </a:ext>
            </a:extLst>
          </p:cNvPr>
          <p:cNvCxnSpPr>
            <a:cxnSpLocks/>
          </p:cNvCxnSpPr>
          <p:nvPr/>
        </p:nvCxnSpPr>
        <p:spPr>
          <a:xfrm>
            <a:off x="9793778" y="491178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3252A596-01D5-1B8E-1032-CB1A2124ABAD}"/>
              </a:ext>
            </a:extLst>
          </p:cNvPr>
          <p:cNvCxnSpPr>
            <a:cxnSpLocks/>
          </p:cNvCxnSpPr>
          <p:nvPr/>
        </p:nvCxnSpPr>
        <p:spPr>
          <a:xfrm>
            <a:off x="9793778" y="5157747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C66AE53E-1E71-6D6D-B0CC-CF8411A63C5A}"/>
              </a:ext>
            </a:extLst>
          </p:cNvPr>
          <p:cNvCxnSpPr>
            <a:cxnSpLocks/>
          </p:cNvCxnSpPr>
          <p:nvPr/>
        </p:nvCxnSpPr>
        <p:spPr>
          <a:xfrm>
            <a:off x="9793778" y="523973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585E9B9F-A4F6-F925-1E1B-285D997AACD7}"/>
              </a:ext>
            </a:extLst>
          </p:cNvPr>
          <p:cNvCxnSpPr>
            <a:cxnSpLocks/>
          </p:cNvCxnSpPr>
          <p:nvPr/>
        </p:nvCxnSpPr>
        <p:spPr>
          <a:xfrm>
            <a:off x="9793778" y="544470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36DE9C59-F0C9-AB58-6516-C6E60CB74813}"/>
              </a:ext>
            </a:extLst>
          </p:cNvPr>
          <p:cNvCxnSpPr>
            <a:cxnSpLocks/>
          </p:cNvCxnSpPr>
          <p:nvPr/>
        </p:nvCxnSpPr>
        <p:spPr>
          <a:xfrm>
            <a:off x="9793778" y="536271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F79F17E7-AB3A-8FCB-5C63-A08B7733D990}"/>
              </a:ext>
            </a:extLst>
          </p:cNvPr>
          <p:cNvCxnSpPr>
            <a:cxnSpLocks/>
          </p:cNvCxnSpPr>
          <p:nvPr/>
        </p:nvCxnSpPr>
        <p:spPr>
          <a:xfrm>
            <a:off x="9793778" y="5567687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7D736049-3B3D-0DD5-758E-10F1FCACF311}"/>
              </a:ext>
            </a:extLst>
          </p:cNvPr>
          <p:cNvCxnSpPr>
            <a:cxnSpLocks/>
          </p:cNvCxnSpPr>
          <p:nvPr/>
        </p:nvCxnSpPr>
        <p:spPr>
          <a:xfrm>
            <a:off x="9793778" y="564967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6FF585DB-AA22-86F7-0F3C-DFF4877550E1}"/>
              </a:ext>
            </a:extLst>
          </p:cNvPr>
          <p:cNvCxnSpPr>
            <a:cxnSpLocks/>
          </p:cNvCxnSpPr>
          <p:nvPr/>
        </p:nvCxnSpPr>
        <p:spPr>
          <a:xfrm>
            <a:off x="9793778" y="585464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98F51A4F-07CF-A2CD-65B6-58087A07DD5A}"/>
              </a:ext>
            </a:extLst>
          </p:cNvPr>
          <p:cNvCxnSpPr>
            <a:cxnSpLocks/>
          </p:cNvCxnSpPr>
          <p:nvPr/>
        </p:nvCxnSpPr>
        <p:spPr>
          <a:xfrm>
            <a:off x="9793778" y="573166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700196E2-C000-1E88-F51A-1B96EF1EAFA6}"/>
              </a:ext>
            </a:extLst>
          </p:cNvPr>
          <p:cNvCxnSpPr>
            <a:cxnSpLocks/>
          </p:cNvCxnSpPr>
          <p:nvPr/>
        </p:nvCxnSpPr>
        <p:spPr>
          <a:xfrm>
            <a:off x="9793778" y="5977627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AB225877-96FB-A0BA-87F3-C0ADCE27A561}"/>
              </a:ext>
            </a:extLst>
          </p:cNvPr>
          <p:cNvCxnSpPr>
            <a:cxnSpLocks/>
          </p:cNvCxnSpPr>
          <p:nvPr/>
        </p:nvCxnSpPr>
        <p:spPr>
          <a:xfrm>
            <a:off x="9793778" y="610060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56EE4750-B311-FF4A-AB0D-818050650E9D}"/>
              </a:ext>
            </a:extLst>
          </p:cNvPr>
          <p:cNvCxnSpPr>
            <a:cxnSpLocks/>
          </p:cNvCxnSpPr>
          <p:nvPr/>
        </p:nvCxnSpPr>
        <p:spPr>
          <a:xfrm>
            <a:off x="9793778" y="626458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0C5916E-46F3-F142-91FD-DF433CAB8E6A}"/>
              </a:ext>
            </a:extLst>
          </p:cNvPr>
          <p:cNvCxnSpPr>
            <a:cxnSpLocks/>
          </p:cNvCxnSpPr>
          <p:nvPr/>
        </p:nvCxnSpPr>
        <p:spPr>
          <a:xfrm>
            <a:off x="9793778" y="618259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8BBE21A1-E998-BF23-4956-8A45EEC42927}"/>
              </a:ext>
            </a:extLst>
          </p:cNvPr>
          <p:cNvCxnSpPr>
            <a:cxnSpLocks/>
          </p:cNvCxnSpPr>
          <p:nvPr/>
        </p:nvCxnSpPr>
        <p:spPr>
          <a:xfrm>
            <a:off x="9793778" y="6387567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102CD1F5-BD9D-93CB-2531-B4B2747B9943}"/>
              </a:ext>
            </a:extLst>
          </p:cNvPr>
          <p:cNvCxnSpPr>
            <a:cxnSpLocks/>
          </p:cNvCxnSpPr>
          <p:nvPr/>
        </p:nvCxnSpPr>
        <p:spPr>
          <a:xfrm>
            <a:off x="9793778" y="65105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BEB97E9F-8509-4CAA-DDE6-6AAD7451E7C6}"/>
              </a:ext>
            </a:extLst>
          </p:cNvPr>
          <p:cNvCxnSpPr>
            <a:cxnSpLocks/>
          </p:cNvCxnSpPr>
          <p:nvPr/>
        </p:nvCxnSpPr>
        <p:spPr>
          <a:xfrm>
            <a:off x="9793778" y="66745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6EF57EBB-2D60-7D4E-91F7-59215263B295}"/>
              </a:ext>
            </a:extLst>
          </p:cNvPr>
          <p:cNvCxnSpPr>
            <a:cxnSpLocks/>
          </p:cNvCxnSpPr>
          <p:nvPr/>
        </p:nvCxnSpPr>
        <p:spPr>
          <a:xfrm>
            <a:off x="9793778" y="655154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5C8E89A5-EFF8-F3CB-1899-B1E277715A25}"/>
              </a:ext>
            </a:extLst>
          </p:cNvPr>
          <p:cNvCxnSpPr>
            <a:cxnSpLocks/>
          </p:cNvCxnSpPr>
          <p:nvPr/>
        </p:nvCxnSpPr>
        <p:spPr>
          <a:xfrm>
            <a:off x="9793778" y="6797507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A3352790-D694-2C1F-BDC0-8596AD99C20D}"/>
              </a:ext>
            </a:extLst>
          </p:cNvPr>
          <p:cNvCxnSpPr>
            <a:cxnSpLocks/>
          </p:cNvCxnSpPr>
          <p:nvPr/>
        </p:nvCxnSpPr>
        <p:spPr>
          <a:xfrm>
            <a:off x="9793778" y="692048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BC2FC837-145F-004F-CF0C-99D47C6C0A80}"/>
              </a:ext>
            </a:extLst>
          </p:cNvPr>
          <p:cNvCxnSpPr>
            <a:cxnSpLocks/>
          </p:cNvCxnSpPr>
          <p:nvPr/>
        </p:nvCxnSpPr>
        <p:spPr>
          <a:xfrm>
            <a:off x="9793778" y="708446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AD87C1F9-A817-60C1-5166-DCEEE6176CE3}"/>
              </a:ext>
            </a:extLst>
          </p:cNvPr>
          <p:cNvCxnSpPr>
            <a:cxnSpLocks/>
          </p:cNvCxnSpPr>
          <p:nvPr/>
        </p:nvCxnSpPr>
        <p:spPr>
          <a:xfrm>
            <a:off x="9793778" y="696148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BBD06C96-E6CB-D883-0992-CBDED1C70F59}"/>
              </a:ext>
            </a:extLst>
          </p:cNvPr>
          <p:cNvCxnSpPr>
            <a:cxnSpLocks/>
          </p:cNvCxnSpPr>
          <p:nvPr/>
        </p:nvCxnSpPr>
        <p:spPr>
          <a:xfrm>
            <a:off x="9793778" y="7207447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6C231332-FD80-E5CA-136A-CC06FD90E574}"/>
              </a:ext>
            </a:extLst>
          </p:cNvPr>
          <p:cNvCxnSpPr>
            <a:cxnSpLocks/>
          </p:cNvCxnSpPr>
          <p:nvPr/>
        </p:nvCxnSpPr>
        <p:spPr>
          <a:xfrm>
            <a:off x="9793778" y="728943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06914E2C-B4E6-D061-8B48-02CB410610EA}"/>
              </a:ext>
            </a:extLst>
          </p:cNvPr>
          <p:cNvCxnSpPr>
            <a:cxnSpLocks/>
          </p:cNvCxnSpPr>
          <p:nvPr/>
        </p:nvCxnSpPr>
        <p:spPr>
          <a:xfrm>
            <a:off x="9793778" y="749440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3D29DB5A-FEE4-CEA3-96D3-EDD28307B073}"/>
              </a:ext>
            </a:extLst>
          </p:cNvPr>
          <p:cNvCxnSpPr>
            <a:cxnSpLocks/>
          </p:cNvCxnSpPr>
          <p:nvPr/>
        </p:nvCxnSpPr>
        <p:spPr>
          <a:xfrm>
            <a:off x="9793778" y="737142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27FAB179-9B0F-065A-85C2-A6A29B917817}"/>
              </a:ext>
            </a:extLst>
          </p:cNvPr>
          <p:cNvCxnSpPr>
            <a:cxnSpLocks/>
          </p:cNvCxnSpPr>
          <p:nvPr/>
        </p:nvCxnSpPr>
        <p:spPr>
          <a:xfrm>
            <a:off x="9793778" y="7617398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05689F8F-D70A-7921-30B3-275C5D28DE73}"/>
              </a:ext>
            </a:extLst>
          </p:cNvPr>
          <p:cNvCxnSpPr>
            <a:cxnSpLocks/>
          </p:cNvCxnSpPr>
          <p:nvPr/>
        </p:nvCxnSpPr>
        <p:spPr>
          <a:xfrm>
            <a:off x="9793778" y="437886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60910FAA-F3CD-5D04-7D6E-D60897579EB4}"/>
              </a:ext>
            </a:extLst>
          </p:cNvPr>
          <p:cNvCxnSpPr>
            <a:cxnSpLocks/>
          </p:cNvCxnSpPr>
          <p:nvPr/>
        </p:nvCxnSpPr>
        <p:spPr>
          <a:xfrm>
            <a:off x="9793778" y="44608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052BFF7F-4852-EA1D-71D0-B54FCC3C42AC}"/>
              </a:ext>
            </a:extLst>
          </p:cNvPr>
          <p:cNvCxnSpPr>
            <a:cxnSpLocks/>
          </p:cNvCxnSpPr>
          <p:nvPr/>
        </p:nvCxnSpPr>
        <p:spPr>
          <a:xfrm>
            <a:off x="9793778" y="466581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361C9F7A-D284-2A2B-2EA3-60E73D65F5E9}"/>
              </a:ext>
            </a:extLst>
          </p:cNvPr>
          <p:cNvCxnSpPr>
            <a:cxnSpLocks/>
          </p:cNvCxnSpPr>
          <p:nvPr/>
        </p:nvCxnSpPr>
        <p:spPr>
          <a:xfrm>
            <a:off x="9793778" y="45428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20D7B8B3-C97A-01C1-7A14-F0918BAC9769}"/>
              </a:ext>
            </a:extLst>
          </p:cNvPr>
          <p:cNvCxnSpPr>
            <a:cxnSpLocks/>
          </p:cNvCxnSpPr>
          <p:nvPr/>
        </p:nvCxnSpPr>
        <p:spPr>
          <a:xfrm>
            <a:off x="9793778" y="478880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630">
            <a:extLst>
              <a:ext uri="{FF2B5EF4-FFF2-40B4-BE49-F238E27FC236}">
                <a16:creationId xmlns:a16="http://schemas.microsoft.com/office/drawing/2014/main" id="{2EBD0DE9-CC7C-F41E-6F5B-159FF0F6635A}"/>
              </a:ext>
            </a:extLst>
          </p:cNvPr>
          <p:cNvCxnSpPr>
            <a:cxnSpLocks/>
          </p:cNvCxnSpPr>
          <p:nvPr/>
        </p:nvCxnSpPr>
        <p:spPr>
          <a:xfrm>
            <a:off x="9793778" y="487078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D97BD01B-A9B3-E151-CB67-57B0FAC9A00C}"/>
              </a:ext>
            </a:extLst>
          </p:cNvPr>
          <p:cNvCxnSpPr>
            <a:cxnSpLocks/>
          </p:cNvCxnSpPr>
          <p:nvPr/>
        </p:nvCxnSpPr>
        <p:spPr>
          <a:xfrm>
            <a:off x="9793778" y="507575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C7F9DC4A-6498-A4C7-8CE3-0205E84DC9BE}"/>
              </a:ext>
            </a:extLst>
          </p:cNvPr>
          <p:cNvCxnSpPr>
            <a:cxnSpLocks/>
          </p:cNvCxnSpPr>
          <p:nvPr/>
        </p:nvCxnSpPr>
        <p:spPr>
          <a:xfrm>
            <a:off x="9793778" y="495277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87F2ECCD-E46E-0D95-0E71-ABFBDB41ADA7}"/>
              </a:ext>
            </a:extLst>
          </p:cNvPr>
          <p:cNvCxnSpPr>
            <a:cxnSpLocks/>
          </p:cNvCxnSpPr>
          <p:nvPr/>
        </p:nvCxnSpPr>
        <p:spPr>
          <a:xfrm>
            <a:off x="9793778" y="519874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7E2F7BA0-7D7E-3C33-15F0-EF9C51F3CD77}"/>
              </a:ext>
            </a:extLst>
          </p:cNvPr>
          <p:cNvCxnSpPr>
            <a:cxnSpLocks/>
          </p:cNvCxnSpPr>
          <p:nvPr/>
        </p:nvCxnSpPr>
        <p:spPr>
          <a:xfrm>
            <a:off x="9793778" y="528072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9809F4E3-C9E8-607B-AABE-8FC71FEDCFC8}"/>
              </a:ext>
            </a:extLst>
          </p:cNvPr>
          <p:cNvCxnSpPr>
            <a:cxnSpLocks/>
          </p:cNvCxnSpPr>
          <p:nvPr/>
        </p:nvCxnSpPr>
        <p:spPr>
          <a:xfrm>
            <a:off x="9793778" y="548569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5137B6A9-BE0C-C6F2-B59E-2AC5AE67E0FE}"/>
              </a:ext>
            </a:extLst>
          </p:cNvPr>
          <p:cNvCxnSpPr>
            <a:cxnSpLocks/>
          </p:cNvCxnSpPr>
          <p:nvPr/>
        </p:nvCxnSpPr>
        <p:spPr>
          <a:xfrm>
            <a:off x="9793778" y="540371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3642205A-3367-3D8E-0400-0B4419640862}"/>
              </a:ext>
            </a:extLst>
          </p:cNvPr>
          <p:cNvCxnSpPr>
            <a:cxnSpLocks/>
          </p:cNvCxnSpPr>
          <p:nvPr/>
        </p:nvCxnSpPr>
        <p:spPr>
          <a:xfrm>
            <a:off x="9793778" y="560868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xmlns:a16="http://schemas.microsoft.com/office/drawing/2014/main" id="{DA812C08-F6BA-AC41-1E13-1DB85171651F}"/>
              </a:ext>
            </a:extLst>
          </p:cNvPr>
          <p:cNvCxnSpPr>
            <a:cxnSpLocks/>
          </p:cNvCxnSpPr>
          <p:nvPr/>
        </p:nvCxnSpPr>
        <p:spPr>
          <a:xfrm>
            <a:off x="9793778" y="569066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639">
            <a:extLst>
              <a:ext uri="{FF2B5EF4-FFF2-40B4-BE49-F238E27FC236}">
                <a16:creationId xmlns:a16="http://schemas.microsoft.com/office/drawing/2014/main" id="{DD40B447-4E95-9A2B-293E-F60A6257FD73}"/>
              </a:ext>
            </a:extLst>
          </p:cNvPr>
          <p:cNvCxnSpPr>
            <a:cxnSpLocks/>
          </p:cNvCxnSpPr>
          <p:nvPr/>
        </p:nvCxnSpPr>
        <p:spPr>
          <a:xfrm>
            <a:off x="9793778" y="589563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9AA16282-44D4-9BEF-6AF1-27A408A81328}"/>
              </a:ext>
            </a:extLst>
          </p:cNvPr>
          <p:cNvCxnSpPr>
            <a:cxnSpLocks/>
          </p:cNvCxnSpPr>
          <p:nvPr/>
        </p:nvCxnSpPr>
        <p:spPr>
          <a:xfrm>
            <a:off x="9793778" y="577265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D4FD51D0-73FF-4557-5951-EDD3E7A4E932}"/>
              </a:ext>
            </a:extLst>
          </p:cNvPr>
          <p:cNvCxnSpPr>
            <a:cxnSpLocks/>
          </p:cNvCxnSpPr>
          <p:nvPr/>
        </p:nvCxnSpPr>
        <p:spPr>
          <a:xfrm>
            <a:off x="9793778" y="601862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642">
            <a:extLst>
              <a:ext uri="{FF2B5EF4-FFF2-40B4-BE49-F238E27FC236}">
                <a16:creationId xmlns:a16="http://schemas.microsoft.com/office/drawing/2014/main" id="{ADCA4DC1-8323-90E2-571A-A4A9F621AC7A}"/>
              </a:ext>
            </a:extLst>
          </p:cNvPr>
          <p:cNvCxnSpPr>
            <a:cxnSpLocks/>
          </p:cNvCxnSpPr>
          <p:nvPr/>
        </p:nvCxnSpPr>
        <p:spPr>
          <a:xfrm>
            <a:off x="9793778" y="614160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383102A1-63B2-5270-FF5A-E67569150791}"/>
              </a:ext>
            </a:extLst>
          </p:cNvPr>
          <p:cNvCxnSpPr>
            <a:cxnSpLocks/>
          </p:cNvCxnSpPr>
          <p:nvPr/>
        </p:nvCxnSpPr>
        <p:spPr>
          <a:xfrm>
            <a:off x="9793778" y="630557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6ED30F2A-20B6-4AAA-150F-39AE7C554F18}"/>
              </a:ext>
            </a:extLst>
          </p:cNvPr>
          <p:cNvCxnSpPr>
            <a:cxnSpLocks/>
          </p:cNvCxnSpPr>
          <p:nvPr/>
        </p:nvCxnSpPr>
        <p:spPr>
          <a:xfrm>
            <a:off x="9793778" y="622359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BD9FFAA6-3F70-260B-1E3B-1DE5B7911F25}"/>
              </a:ext>
            </a:extLst>
          </p:cNvPr>
          <p:cNvCxnSpPr>
            <a:cxnSpLocks/>
          </p:cNvCxnSpPr>
          <p:nvPr/>
        </p:nvCxnSpPr>
        <p:spPr>
          <a:xfrm>
            <a:off x="9793778" y="642856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44D047D6-394A-C118-86B9-B986042705AA}"/>
              </a:ext>
            </a:extLst>
          </p:cNvPr>
          <p:cNvCxnSpPr>
            <a:cxnSpLocks/>
          </p:cNvCxnSpPr>
          <p:nvPr/>
        </p:nvCxnSpPr>
        <p:spPr>
          <a:xfrm>
            <a:off x="9793778" y="671551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619510A5-041D-45D9-9AC3-5D7A1A4F10D3}"/>
              </a:ext>
            </a:extLst>
          </p:cNvPr>
          <p:cNvCxnSpPr>
            <a:cxnSpLocks/>
          </p:cNvCxnSpPr>
          <p:nvPr/>
        </p:nvCxnSpPr>
        <p:spPr>
          <a:xfrm>
            <a:off x="9793778" y="65925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3C161DA5-4592-09F0-6D4A-B51AA7B18386}"/>
              </a:ext>
            </a:extLst>
          </p:cNvPr>
          <p:cNvCxnSpPr>
            <a:cxnSpLocks/>
          </p:cNvCxnSpPr>
          <p:nvPr/>
        </p:nvCxnSpPr>
        <p:spPr>
          <a:xfrm>
            <a:off x="9793778" y="683850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9AC7B77F-BA3A-CAF6-7242-EC25FC3E1C65}"/>
              </a:ext>
            </a:extLst>
          </p:cNvPr>
          <p:cNvCxnSpPr>
            <a:cxnSpLocks/>
          </p:cNvCxnSpPr>
          <p:nvPr/>
        </p:nvCxnSpPr>
        <p:spPr>
          <a:xfrm>
            <a:off x="9793778" y="712545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3D13BE06-B514-C4E8-E5A6-38173C76FA70}"/>
              </a:ext>
            </a:extLst>
          </p:cNvPr>
          <p:cNvCxnSpPr>
            <a:cxnSpLocks/>
          </p:cNvCxnSpPr>
          <p:nvPr/>
        </p:nvCxnSpPr>
        <p:spPr>
          <a:xfrm>
            <a:off x="9793778" y="700247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E5DF5775-2A92-CBE5-FF35-9B33F48FB01F}"/>
              </a:ext>
            </a:extLst>
          </p:cNvPr>
          <p:cNvCxnSpPr>
            <a:cxnSpLocks/>
          </p:cNvCxnSpPr>
          <p:nvPr/>
        </p:nvCxnSpPr>
        <p:spPr>
          <a:xfrm>
            <a:off x="9793778" y="724844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3FD257BE-D2AE-0BF5-FDAF-C5E868F08F7D}"/>
              </a:ext>
            </a:extLst>
          </p:cNvPr>
          <p:cNvCxnSpPr>
            <a:cxnSpLocks/>
          </p:cNvCxnSpPr>
          <p:nvPr/>
        </p:nvCxnSpPr>
        <p:spPr>
          <a:xfrm>
            <a:off x="9793778" y="733042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B2D54595-8401-A38A-932D-89E4A80BE494}"/>
              </a:ext>
            </a:extLst>
          </p:cNvPr>
          <p:cNvCxnSpPr>
            <a:cxnSpLocks/>
          </p:cNvCxnSpPr>
          <p:nvPr/>
        </p:nvCxnSpPr>
        <p:spPr>
          <a:xfrm>
            <a:off x="9793778" y="753539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F26F0D9F-C0A7-03D0-60FD-7BDD6F946F8D}"/>
              </a:ext>
            </a:extLst>
          </p:cNvPr>
          <p:cNvCxnSpPr>
            <a:cxnSpLocks/>
          </p:cNvCxnSpPr>
          <p:nvPr/>
        </p:nvCxnSpPr>
        <p:spPr>
          <a:xfrm>
            <a:off x="9793778" y="741241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655">
            <a:extLst>
              <a:ext uri="{FF2B5EF4-FFF2-40B4-BE49-F238E27FC236}">
                <a16:creationId xmlns:a16="http://schemas.microsoft.com/office/drawing/2014/main" id="{FE5CDD5D-0F1F-9293-A3C1-0B253B88EEA2}"/>
              </a:ext>
            </a:extLst>
          </p:cNvPr>
          <p:cNvCxnSpPr>
            <a:cxnSpLocks/>
          </p:cNvCxnSpPr>
          <p:nvPr/>
        </p:nvCxnSpPr>
        <p:spPr>
          <a:xfrm>
            <a:off x="9793778" y="470681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656">
            <a:extLst>
              <a:ext uri="{FF2B5EF4-FFF2-40B4-BE49-F238E27FC236}">
                <a16:creationId xmlns:a16="http://schemas.microsoft.com/office/drawing/2014/main" id="{30B3F58E-BEEE-7B9A-7899-5A85C944DBBD}"/>
              </a:ext>
            </a:extLst>
          </p:cNvPr>
          <p:cNvCxnSpPr>
            <a:cxnSpLocks/>
          </p:cNvCxnSpPr>
          <p:nvPr/>
        </p:nvCxnSpPr>
        <p:spPr>
          <a:xfrm>
            <a:off x="9793778" y="45838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657">
            <a:extLst>
              <a:ext uri="{FF2B5EF4-FFF2-40B4-BE49-F238E27FC236}">
                <a16:creationId xmlns:a16="http://schemas.microsoft.com/office/drawing/2014/main" id="{009BBF4A-271B-9FAF-58A8-EE9A52633B44}"/>
              </a:ext>
            </a:extLst>
          </p:cNvPr>
          <p:cNvCxnSpPr>
            <a:cxnSpLocks/>
          </p:cNvCxnSpPr>
          <p:nvPr/>
        </p:nvCxnSpPr>
        <p:spPr>
          <a:xfrm>
            <a:off x="9793778" y="511675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658">
            <a:extLst>
              <a:ext uri="{FF2B5EF4-FFF2-40B4-BE49-F238E27FC236}">
                <a16:creationId xmlns:a16="http://schemas.microsoft.com/office/drawing/2014/main" id="{C9D8CE1F-5E66-B2CC-9D53-8286B4C517F1}"/>
              </a:ext>
            </a:extLst>
          </p:cNvPr>
          <p:cNvCxnSpPr>
            <a:cxnSpLocks/>
          </p:cNvCxnSpPr>
          <p:nvPr/>
        </p:nvCxnSpPr>
        <p:spPr>
          <a:xfrm>
            <a:off x="9793778" y="499377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659">
            <a:extLst>
              <a:ext uri="{FF2B5EF4-FFF2-40B4-BE49-F238E27FC236}">
                <a16:creationId xmlns:a16="http://schemas.microsoft.com/office/drawing/2014/main" id="{6BC8EDB8-2895-8482-CD79-DDDC95BFA354}"/>
              </a:ext>
            </a:extLst>
          </p:cNvPr>
          <p:cNvCxnSpPr>
            <a:cxnSpLocks/>
          </p:cNvCxnSpPr>
          <p:nvPr/>
        </p:nvCxnSpPr>
        <p:spPr>
          <a:xfrm>
            <a:off x="9793778" y="532172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660">
            <a:extLst>
              <a:ext uri="{FF2B5EF4-FFF2-40B4-BE49-F238E27FC236}">
                <a16:creationId xmlns:a16="http://schemas.microsoft.com/office/drawing/2014/main" id="{0B0B5B42-833B-0B0D-61A7-B40CEA8DC895}"/>
              </a:ext>
            </a:extLst>
          </p:cNvPr>
          <p:cNvCxnSpPr>
            <a:cxnSpLocks/>
          </p:cNvCxnSpPr>
          <p:nvPr/>
        </p:nvCxnSpPr>
        <p:spPr>
          <a:xfrm>
            <a:off x="9793778" y="552669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661">
            <a:extLst>
              <a:ext uri="{FF2B5EF4-FFF2-40B4-BE49-F238E27FC236}">
                <a16:creationId xmlns:a16="http://schemas.microsoft.com/office/drawing/2014/main" id="{D69BB401-C142-7815-8552-8641EBA1745C}"/>
              </a:ext>
            </a:extLst>
          </p:cNvPr>
          <p:cNvCxnSpPr>
            <a:cxnSpLocks/>
          </p:cNvCxnSpPr>
          <p:nvPr/>
        </p:nvCxnSpPr>
        <p:spPr>
          <a:xfrm>
            <a:off x="9793778" y="593663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662">
            <a:extLst>
              <a:ext uri="{FF2B5EF4-FFF2-40B4-BE49-F238E27FC236}">
                <a16:creationId xmlns:a16="http://schemas.microsoft.com/office/drawing/2014/main" id="{79CFAF29-C76F-C292-FA48-F1460F09A28E}"/>
              </a:ext>
            </a:extLst>
          </p:cNvPr>
          <p:cNvCxnSpPr>
            <a:cxnSpLocks/>
          </p:cNvCxnSpPr>
          <p:nvPr/>
        </p:nvCxnSpPr>
        <p:spPr>
          <a:xfrm>
            <a:off x="9793778" y="581365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663">
            <a:extLst>
              <a:ext uri="{FF2B5EF4-FFF2-40B4-BE49-F238E27FC236}">
                <a16:creationId xmlns:a16="http://schemas.microsoft.com/office/drawing/2014/main" id="{B420B2F6-1500-5E23-C853-90A8166B49CB}"/>
              </a:ext>
            </a:extLst>
          </p:cNvPr>
          <p:cNvCxnSpPr>
            <a:cxnSpLocks/>
          </p:cNvCxnSpPr>
          <p:nvPr/>
        </p:nvCxnSpPr>
        <p:spPr>
          <a:xfrm>
            <a:off x="9793778" y="605961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BC84D091-C32B-2B17-9D9A-E26AC9775DD1}"/>
              </a:ext>
            </a:extLst>
          </p:cNvPr>
          <p:cNvCxnSpPr>
            <a:cxnSpLocks/>
          </p:cNvCxnSpPr>
          <p:nvPr/>
        </p:nvCxnSpPr>
        <p:spPr>
          <a:xfrm>
            <a:off x="9793778" y="634657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B177DC9E-3E2E-08CD-DC65-7759B5ADEAED}"/>
              </a:ext>
            </a:extLst>
          </p:cNvPr>
          <p:cNvCxnSpPr>
            <a:cxnSpLocks/>
          </p:cNvCxnSpPr>
          <p:nvPr/>
        </p:nvCxnSpPr>
        <p:spPr>
          <a:xfrm>
            <a:off x="9793778" y="64695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666">
            <a:extLst>
              <a:ext uri="{FF2B5EF4-FFF2-40B4-BE49-F238E27FC236}">
                <a16:creationId xmlns:a16="http://schemas.microsoft.com/office/drawing/2014/main" id="{1B0313AF-831C-8B6B-8C42-C1AA6B7709A5}"/>
              </a:ext>
            </a:extLst>
          </p:cNvPr>
          <p:cNvCxnSpPr>
            <a:cxnSpLocks/>
          </p:cNvCxnSpPr>
          <p:nvPr/>
        </p:nvCxnSpPr>
        <p:spPr>
          <a:xfrm>
            <a:off x="9793778" y="675651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7A39798C-55A3-9828-502A-848F91C822EC}"/>
              </a:ext>
            </a:extLst>
          </p:cNvPr>
          <p:cNvCxnSpPr>
            <a:cxnSpLocks/>
          </p:cNvCxnSpPr>
          <p:nvPr/>
        </p:nvCxnSpPr>
        <p:spPr>
          <a:xfrm>
            <a:off x="9793778" y="66335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EB00D1D5-2D5D-C9DE-FA40-EE05F8A9285F}"/>
              </a:ext>
            </a:extLst>
          </p:cNvPr>
          <p:cNvCxnSpPr>
            <a:cxnSpLocks/>
          </p:cNvCxnSpPr>
          <p:nvPr/>
        </p:nvCxnSpPr>
        <p:spPr>
          <a:xfrm>
            <a:off x="9793778" y="687949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669">
            <a:extLst>
              <a:ext uri="{FF2B5EF4-FFF2-40B4-BE49-F238E27FC236}">
                <a16:creationId xmlns:a16="http://schemas.microsoft.com/office/drawing/2014/main" id="{3D1E6553-80A0-F182-EF4C-77190E151B77}"/>
              </a:ext>
            </a:extLst>
          </p:cNvPr>
          <p:cNvCxnSpPr>
            <a:cxnSpLocks/>
          </p:cNvCxnSpPr>
          <p:nvPr/>
        </p:nvCxnSpPr>
        <p:spPr>
          <a:xfrm>
            <a:off x="9793778" y="716645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9586E480-530F-F5CA-5C33-9B6EACBAE5D1}"/>
              </a:ext>
            </a:extLst>
          </p:cNvPr>
          <p:cNvCxnSpPr>
            <a:cxnSpLocks/>
          </p:cNvCxnSpPr>
          <p:nvPr/>
        </p:nvCxnSpPr>
        <p:spPr>
          <a:xfrm>
            <a:off x="9793778" y="704347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671">
            <a:extLst>
              <a:ext uri="{FF2B5EF4-FFF2-40B4-BE49-F238E27FC236}">
                <a16:creationId xmlns:a16="http://schemas.microsoft.com/office/drawing/2014/main" id="{0AAC9848-8C97-10CC-B4BB-89A853F9DDDE}"/>
              </a:ext>
            </a:extLst>
          </p:cNvPr>
          <p:cNvCxnSpPr>
            <a:cxnSpLocks/>
          </p:cNvCxnSpPr>
          <p:nvPr/>
        </p:nvCxnSpPr>
        <p:spPr>
          <a:xfrm>
            <a:off x="9793778" y="757639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899AEB33-8807-2AC1-4DD4-9B7140E1718C}"/>
              </a:ext>
            </a:extLst>
          </p:cNvPr>
          <p:cNvCxnSpPr>
            <a:cxnSpLocks/>
          </p:cNvCxnSpPr>
          <p:nvPr/>
        </p:nvCxnSpPr>
        <p:spPr>
          <a:xfrm>
            <a:off x="9793778" y="745341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D0DB904C-B267-D8A9-9284-B1AF83DC117C}"/>
              </a:ext>
            </a:extLst>
          </p:cNvPr>
          <p:cNvCxnSpPr>
            <a:cxnSpLocks/>
          </p:cNvCxnSpPr>
          <p:nvPr/>
        </p:nvCxnSpPr>
        <p:spPr>
          <a:xfrm>
            <a:off x="9794292" y="875058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C96F685F-D17F-6012-8F5D-865D9CE50B45}"/>
              </a:ext>
            </a:extLst>
          </p:cNvPr>
          <p:cNvCxnSpPr>
            <a:cxnSpLocks/>
          </p:cNvCxnSpPr>
          <p:nvPr/>
        </p:nvCxnSpPr>
        <p:spPr>
          <a:xfrm>
            <a:off x="9794292" y="883256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675">
            <a:extLst>
              <a:ext uri="{FF2B5EF4-FFF2-40B4-BE49-F238E27FC236}">
                <a16:creationId xmlns:a16="http://schemas.microsoft.com/office/drawing/2014/main" id="{5CFCC71B-10EE-0F4D-48E7-3429373028BC}"/>
              </a:ext>
            </a:extLst>
          </p:cNvPr>
          <p:cNvCxnSpPr>
            <a:cxnSpLocks/>
          </p:cNvCxnSpPr>
          <p:nvPr/>
        </p:nvCxnSpPr>
        <p:spPr>
          <a:xfrm>
            <a:off x="9794292" y="903753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185552E5-050B-7066-811E-8A7FC17EA178}"/>
              </a:ext>
            </a:extLst>
          </p:cNvPr>
          <p:cNvCxnSpPr>
            <a:cxnSpLocks/>
          </p:cNvCxnSpPr>
          <p:nvPr/>
        </p:nvCxnSpPr>
        <p:spPr>
          <a:xfrm>
            <a:off x="9794292" y="891455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0DE69491-BD92-9BC9-B4C1-A1B2D5EAEFBF}"/>
              </a:ext>
            </a:extLst>
          </p:cNvPr>
          <p:cNvCxnSpPr>
            <a:cxnSpLocks/>
          </p:cNvCxnSpPr>
          <p:nvPr/>
        </p:nvCxnSpPr>
        <p:spPr>
          <a:xfrm>
            <a:off x="9794292" y="9160521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47B90E0B-AD66-E57C-F75B-74783D06E9A5}"/>
              </a:ext>
            </a:extLst>
          </p:cNvPr>
          <p:cNvCxnSpPr>
            <a:cxnSpLocks/>
          </p:cNvCxnSpPr>
          <p:nvPr/>
        </p:nvCxnSpPr>
        <p:spPr>
          <a:xfrm>
            <a:off x="9794292" y="924250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6E80B7BF-EBA4-1D08-9E33-A9D7DD6691EA}"/>
              </a:ext>
            </a:extLst>
          </p:cNvPr>
          <p:cNvCxnSpPr>
            <a:cxnSpLocks/>
          </p:cNvCxnSpPr>
          <p:nvPr/>
        </p:nvCxnSpPr>
        <p:spPr>
          <a:xfrm>
            <a:off x="9794292" y="944747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72D5BBF4-4D77-FDEF-16A7-A94E19664A16}"/>
              </a:ext>
            </a:extLst>
          </p:cNvPr>
          <p:cNvCxnSpPr>
            <a:cxnSpLocks/>
          </p:cNvCxnSpPr>
          <p:nvPr/>
        </p:nvCxnSpPr>
        <p:spPr>
          <a:xfrm>
            <a:off x="9794292" y="932449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681">
            <a:extLst>
              <a:ext uri="{FF2B5EF4-FFF2-40B4-BE49-F238E27FC236}">
                <a16:creationId xmlns:a16="http://schemas.microsoft.com/office/drawing/2014/main" id="{F32FBAF5-6410-D392-5ADD-9FC7587E6E6F}"/>
              </a:ext>
            </a:extLst>
          </p:cNvPr>
          <p:cNvCxnSpPr>
            <a:cxnSpLocks/>
          </p:cNvCxnSpPr>
          <p:nvPr/>
        </p:nvCxnSpPr>
        <p:spPr>
          <a:xfrm>
            <a:off x="9794292" y="9570461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AD68221D-47BF-DE7A-69FF-E154D12C42A1}"/>
              </a:ext>
            </a:extLst>
          </p:cNvPr>
          <p:cNvCxnSpPr>
            <a:cxnSpLocks/>
          </p:cNvCxnSpPr>
          <p:nvPr/>
        </p:nvCxnSpPr>
        <p:spPr>
          <a:xfrm>
            <a:off x="9794292" y="96524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683">
            <a:extLst>
              <a:ext uri="{FF2B5EF4-FFF2-40B4-BE49-F238E27FC236}">
                <a16:creationId xmlns:a16="http://schemas.microsoft.com/office/drawing/2014/main" id="{13919C9B-B93D-34A4-1FE5-C5134158D04E}"/>
              </a:ext>
            </a:extLst>
          </p:cNvPr>
          <p:cNvCxnSpPr>
            <a:cxnSpLocks/>
          </p:cNvCxnSpPr>
          <p:nvPr/>
        </p:nvCxnSpPr>
        <p:spPr>
          <a:xfrm>
            <a:off x="9794292" y="985741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4AB45D3D-D418-B552-09CA-340271BA55EB}"/>
              </a:ext>
            </a:extLst>
          </p:cNvPr>
          <p:cNvCxnSpPr>
            <a:cxnSpLocks/>
          </p:cNvCxnSpPr>
          <p:nvPr/>
        </p:nvCxnSpPr>
        <p:spPr>
          <a:xfrm>
            <a:off x="9794292" y="97754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685">
            <a:extLst>
              <a:ext uri="{FF2B5EF4-FFF2-40B4-BE49-F238E27FC236}">
                <a16:creationId xmlns:a16="http://schemas.microsoft.com/office/drawing/2014/main" id="{5B7EBDF9-A8CE-429D-DB19-210143B9BB3E}"/>
              </a:ext>
            </a:extLst>
          </p:cNvPr>
          <p:cNvCxnSpPr>
            <a:cxnSpLocks/>
          </p:cNvCxnSpPr>
          <p:nvPr/>
        </p:nvCxnSpPr>
        <p:spPr>
          <a:xfrm>
            <a:off x="9794292" y="9980401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978CE16C-4625-2511-25F8-36CF85F31DAB}"/>
              </a:ext>
            </a:extLst>
          </p:cNvPr>
          <p:cNvCxnSpPr>
            <a:cxnSpLocks/>
          </p:cNvCxnSpPr>
          <p:nvPr/>
        </p:nvCxnSpPr>
        <p:spPr>
          <a:xfrm>
            <a:off x="9794292" y="1006238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687">
            <a:extLst>
              <a:ext uri="{FF2B5EF4-FFF2-40B4-BE49-F238E27FC236}">
                <a16:creationId xmlns:a16="http://schemas.microsoft.com/office/drawing/2014/main" id="{1A526C54-4985-1BCD-E31F-D6924172C983}"/>
              </a:ext>
            </a:extLst>
          </p:cNvPr>
          <p:cNvCxnSpPr>
            <a:cxnSpLocks/>
          </p:cNvCxnSpPr>
          <p:nvPr/>
        </p:nvCxnSpPr>
        <p:spPr>
          <a:xfrm>
            <a:off x="9794292" y="1026735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6FD30E7E-86DF-61EA-792A-6099DDA50B11}"/>
              </a:ext>
            </a:extLst>
          </p:cNvPr>
          <p:cNvCxnSpPr>
            <a:cxnSpLocks/>
          </p:cNvCxnSpPr>
          <p:nvPr/>
        </p:nvCxnSpPr>
        <p:spPr>
          <a:xfrm>
            <a:off x="9794292" y="1014437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689">
            <a:extLst>
              <a:ext uri="{FF2B5EF4-FFF2-40B4-BE49-F238E27FC236}">
                <a16:creationId xmlns:a16="http://schemas.microsoft.com/office/drawing/2014/main" id="{5143AD6D-0214-2B42-0D08-41CDA02908B6}"/>
              </a:ext>
            </a:extLst>
          </p:cNvPr>
          <p:cNvCxnSpPr>
            <a:cxnSpLocks/>
          </p:cNvCxnSpPr>
          <p:nvPr/>
        </p:nvCxnSpPr>
        <p:spPr>
          <a:xfrm>
            <a:off x="9794292" y="10390341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0AFF423D-35CF-19EF-340C-4EF79747CE05}"/>
              </a:ext>
            </a:extLst>
          </p:cNvPr>
          <p:cNvCxnSpPr>
            <a:cxnSpLocks/>
          </p:cNvCxnSpPr>
          <p:nvPr/>
        </p:nvCxnSpPr>
        <p:spPr>
          <a:xfrm>
            <a:off x="9794292" y="1051332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691">
            <a:extLst>
              <a:ext uri="{FF2B5EF4-FFF2-40B4-BE49-F238E27FC236}">
                <a16:creationId xmlns:a16="http://schemas.microsoft.com/office/drawing/2014/main" id="{55BEF99A-305F-7834-5655-B194AD92A86E}"/>
              </a:ext>
            </a:extLst>
          </p:cNvPr>
          <p:cNvCxnSpPr>
            <a:cxnSpLocks/>
          </p:cNvCxnSpPr>
          <p:nvPr/>
        </p:nvCxnSpPr>
        <p:spPr>
          <a:xfrm>
            <a:off x="9794292" y="1067729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692">
            <a:extLst>
              <a:ext uri="{FF2B5EF4-FFF2-40B4-BE49-F238E27FC236}">
                <a16:creationId xmlns:a16="http://schemas.microsoft.com/office/drawing/2014/main" id="{3BF421C3-3822-FE4E-88D2-70EA0967A0A6}"/>
              </a:ext>
            </a:extLst>
          </p:cNvPr>
          <p:cNvCxnSpPr>
            <a:cxnSpLocks/>
          </p:cNvCxnSpPr>
          <p:nvPr/>
        </p:nvCxnSpPr>
        <p:spPr>
          <a:xfrm>
            <a:off x="9794292" y="1059531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693">
            <a:extLst>
              <a:ext uri="{FF2B5EF4-FFF2-40B4-BE49-F238E27FC236}">
                <a16:creationId xmlns:a16="http://schemas.microsoft.com/office/drawing/2014/main" id="{99D1F4EF-5F7F-A3D0-FAD9-CFFD0F21ECE2}"/>
              </a:ext>
            </a:extLst>
          </p:cNvPr>
          <p:cNvCxnSpPr>
            <a:cxnSpLocks/>
          </p:cNvCxnSpPr>
          <p:nvPr/>
        </p:nvCxnSpPr>
        <p:spPr>
          <a:xfrm>
            <a:off x="9794292" y="10800281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694">
            <a:extLst>
              <a:ext uri="{FF2B5EF4-FFF2-40B4-BE49-F238E27FC236}">
                <a16:creationId xmlns:a16="http://schemas.microsoft.com/office/drawing/2014/main" id="{4BD7E2BF-0E56-14E3-C076-3FED91DF013E}"/>
              </a:ext>
            </a:extLst>
          </p:cNvPr>
          <p:cNvCxnSpPr>
            <a:cxnSpLocks/>
          </p:cNvCxnSpPr>
          <p:nvPr/>
        </p:nvCxnSpPr>
        <p:spPr>
          <a:xfrm>
            <a:off x="9794292" y="1092326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87958DF3-000E-B207-61D4-0467EFBA0F4D}"/>
              </a:ext>
            </a:extLst>
          </p:cNvPr>
          <p:cNvCxnSpPr>
            <a:cxnSpLocks/>
          </p:cNvCxnSpPr>
          <p:nvPr/>
        </p:nvCxnSpPr>
        <p:spPr>
          <a:xfrm>
            <a:off x="9794292" y="1108723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696">
            <a:extLst>
              <a:ext uri="{FF2B5EF4-FFF2-40B4-BE49-F238E27FC236}">
                <a16:creationId xmlns:a16="http://schemas.microsoft.com/office/drawing/2014/main" id="{20AA0CF9-9984-D82F-5357-10B55F0F7EF2}"/>
              </a:ext>
            </a:extLst>
          </p:cNvPr>
          <p:cNvCxnSpPr>
            <a:cxnSpLocks/>
          </p:cNvCxnSpPr>
          <p:nvPr/>
        </p:nvCxnSpPr>
        <p:spPr>
          <a:xfrm>
            <a:off x="9794292" y="1096425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697">
            <a:extLst>
              <a:ext uri="{FF2B5EF4-FFF2-40B4-BE49-F238E27FC236}">
                <a16:creationId xmlns:a16="http://schemas.microsoft.com/office/drawing/2014/main" id="{70C3FE27-F0FB-66AD-6A34-A548D3BC6682}"/>
              </a:ext>
            </a:extLst>
          </p:cNvPr>
          <p:cNvCxnSpPr>
            <a:cxnSpLocks/>
          </p:cNvCxnSpPr>
          <p:nvPr/>
        </p:nvCxnSpPr>
        <p:spPr>
          <a:xfrm>
            <a:off x="9794292" y="11210221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9" name="Straight Connector 698">
            <a:extLst>
              <a:ext uri="{FF2B5EF4-FFF2-40B4-BE49-F238E27FC236}">
                <a16:creationId xmlns:a16="http://schemas.microsoft.com/office/drawing/2014/main" id="{F9C627F2-784C-2136-647D-D25FBC266F5F}"/>
              </a:ext>
            </a:extLst>
          </p:cNvPr>
          <p:cNvCxnSpPr>
            <a:cxnSpLocks/>
          </p:cNvCxnSpPr>
          <p:nvPr/>
        </p:nvCxnSpPr>
        <p:spPr>
          <a:xfrm>
            <a:off x="9794292" y="1133320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A5C19FE1-4CE7-A348-F1D9-97D7283B2F4C}"/>
              </a:ext>
            </a:extLst>
          </p:cNvPr>
          <p:cNvCxnSpPr>
            <a:cxnSpLocks/>
          </p:cNvCxnSpPr>
          <p:nvPr/>
        </p:nvCxnSpPr>
        <p:spPr>
          <a:xfrm>
            <a:off x="9794292" y="1149717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BF15EB81-69DA-AD38-17B7-2DD4E19B33F8}"/>
              </a:ext>
            </a:extLst>
          </p:cNvPr>
          <p:cNvCxnSpPr>
            <a:cxnSpLocks/>
          </p:cNvCxnSpPr>
          <p:nvPr/>
        </p:nvCxnSpPr>
        <p:spPr>
          <a:xfrm>
            <a:off x="9794292" y="1137419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701">
            <a:extLst>
              <a:ext uri="{FF2B5EF4-FFF2-40B4-BE49-F238E27FC236}">
                <a16:creationId xmlns:a16="http://schemas.microsoft.com/office/drawing/2014/main" id="{BCB9F67C-0783-8E36-D5A5-3EC80B8D089A}"/>
              </a:ext>
            </a:extLst>
          </p:cNvPr>
          <p:cNvCxnSpPr>
            <a:cxnSpLocks/>
          </p:cNvCxnSpPr>
          <p:nvPr/>
        </p:nvCxnSpPr>
        <p:spPr>
          <a:xfrm>
            <a:off x="9794292" y="11620161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3" name="Straight Connector 702">
            <a:extLst>
              <a:ext uri="{FF2B5EF4-FFF2-40B4-BE49-F238E27FC236}">
                <a16:creationId xmlns:a16="http://schemas.microsoft.com/office/drawing/2014/main" id="{A1A9F99F-8F5E-BD5F-E9A9-82CD1961CC8D}"/>
              </a:ext>
            </a:extLst>
          </p:cNvPr>
          <p:cNvCxnSpPr>
            <a:cxnSpLocks/>
          </p:cNvCxnSpPr>
          <p:nvPr/>
        </p:nvCxnSpPr>
        <p:spPr>
          <a:xfrm>
            <a:off x="9794292" y="117021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703">
            <a:extLst>
              <a:ext uri="{FF2B5EF4-FFF2-40B4-BE49-F238E27FC236}">
                <a16:creationId xmlns:a16="http://schemas.microsoft.com/office/drawing/2014/main" id="{D30C5CE3-2E28-81E2-2B4F-50A67935B1B0}"/>
              </a:ext>
            </a:extLst>
          </p:cNvPr>
          <p:cNvCxnSpPr>
            <a:cxnSpLocks/>
          </p:cNvCxnSpPr>
          <p:nvPr/>
        </p:nvCxnSpPr>
        <p:spPr>
          <a:xfrm>
            <a:off x="9794292" y="1190711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704">
            <a:extLst>
              <a:ext uri="{FF2B5EF4-FFF2-40B4-BE49-F238E27FC236}">
                <a16:creationId xmlns:a16="http://schemas.microsoft.com/office/drawing/2014/main" id="{7682B7E1-C918-D2DC-24DA-13A8C6738CA3}"/>
              </a:ext>
            </a:extLst>
          </p:cNvPr>
          <p:cNvCxnSpPr>
            <a:cxnSpLocks/>
          </p:cNvCxnSpPr>
          <p:nvPr/>
        </p:nvCxnSpPr>
        <p:spPr>
          <a:xfrm>
            <a:off x="9794292" y="117841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EE7751F4-9407-2D9F-2A7E-90354F1AC82E}"/>
              </a:ext>
            </a:extLst>
          </p:cNvPr>
          <p:cNvCxnSpPr>
            <a:cxnSpLocks/>
          </p:cNvCxnSpPr>
          <p:nvPr/>
        </p:nvCxnSpPr>
        <p:spPr>
          <a:xfrm>
            <a:off x="9794292" y="12030112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706">
            <a:extLst>
              <a:ext uri="{FF2B5EF4-FFF2-40B4-BE49-F238E27FC236}">
                <a16:creationId xmlns:a16="http://schemas.microsoft.com/office/drawing/2014/main" id="{5D0E9010-7267-EFFD-3A1B-F7F2520CBD29}"/>
              </a:ext>
            </a:extLst>
          </p:cNvPr>
          <p:cNvCxnSpPr>
            <a:cxnSpLocks/>
          </p:cNvCxnSpPr>
          <p:nvPr/>
        </p:nvCxnSpPr>
        <p:spPr>
          <a:xfrm>
            <a:off x="9794292" y="879157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44DAE950-01FA-8B92-5999-669E7184BF1D}"/>
              </a:ext>
            </a:extLst>
          </p:cNvPr>
          <p:cNvCxnSpPr>
            <a:cxnSpLocks/>
          </p:cNvCxnSpPr>
          <p:nvPr/>
        </p:nvCxnSpPr>
        <p:spPr>
          <a:xfrm>
            <a:off x="9794292" y="887356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DD54F701-3909-C05A-4F70-6788AA140BCC}"/>
              </a:ext>
            </a:extLst>
          </p:cNvPr>
          <p:cNvCxnSpPr>
            <a:cxnSpLocks/>
          </p:cNvCxnSpPr>
          <p:nvPr/>
        </p:nvCxnSpPr>
        <p:spPr>
          <a:xfrm>
            <a:off x="9794292" y="907853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709">
            <a:extLst>
              <a:ext uri="{FF2B5EF4-FFF2-40B4-BE49-F238E27FC236}">
                <a16:creationId xmlns:a16="http://schemas.microsoft.com/office/drawing/2014/main" id="{669B0777-3D33-D70E-311F-115394537573}"/>
              </a:ext>
            </a:extLst>
          </p:cNvPr>
          <p:cNvCxnSpPr>
            <a:cxnSpLocks/>
          </p:cNvCxnSpPr>
          <p:nvPr/>
        </p:nvCxnSpPr>
        <p:spPr>
          <a:xfrm>
            <a:off x="9794292" y="895555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710">
            <a:extLst>
              <a:ext uri="{FF2B5EF4-FFF2-40B4-BE49-F238E27FC236}">
                <a16:creationId xmlns:a16="http://schemas.microsoft.com/office/drawing/2014/main" id="{DE706EB2-019D-7C33-BFBA-6854A501EAB9}"/>
              </a:ext>
            </a:extLst>
          </p:cNvPr>
          <p:cNvCxnSpPr>
            <a:cxnSpLocks/>
          </p:cNvCxnSpPr>
          <p:nvPr/>
        </p:nvCxnSpPr>
        <p:spPr>
          <a:xfrm>
            <a:off x="9794292" y="920151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962D16A4-3425-3DB4-48AB-802879C43F19}"/>
              </a:ext>
            </a:extLst>
          </p:cNvPr>
          <p:cNvCxnSpPr>
            <a:cxnSpLocks/>
          </p:cNvCxnSpPr>
          <p:nvPr/>
        </p:nvCxnSpPr>
        <p:spPr>
          <a:xfrm>
            <a:off x="9794292" y="928350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712">
            <a:extLst>
              <a:ext uri="{FF2B5EF4-FFF2-40B4-BE49-F238E27FC236}">
                <a16:creationId xmlns:a16="http://schemas.microsoft.com/office/drawing/2014/main" id="{5CE0F349-C7C0-29F9-A229-2556F271A111}"/>
              </a:ext>
            </a:extLst>
          </p:cNvPr>
          <p:cNvCxnSpPr>
            <a:cxnSpLocks/>
          </p:cNvCxnSpPr>
          <p:nvPr/>
        </p:nvCxnSpPr>
        <p:spPr>
          <a:xfrm>
            <a:off x="9794292" y="948847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F1A0B1B3-69CC-753A-3AB9-EFDB0621D948}"/>
              </a:ext>
            </a:extLst>
          </p:cNvPr>
          <p:cNvCxnSpPr>
            <a:cxnSpLocks/>
          </p:cNvCxnSpPr>
          <p:nvPr/>
        </p:nvCxnSpPr>
        <p:spPr>
          <a:xfrm>
            <a:off x="9794292" y="936549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7468BB3B-3D75-613E-9EFE-AB3731A3B580}"/>
              </a:ext>
            </a:extLst>
          </p:cNvPr>
          <p:cNvCxnSpPr>
            <a:cxnSpLocks/>
          </p:cNvCxnSpPr>
          <p:nvPr/>
        </p:nvCxnSpPr>
        <p:spPr>
          <a:xfrm>
            <a:off x="9794292" y="96114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715">
            <a:extLst>
              <a:ext uri="{FF2B5EF4-FFF2-40B4-BE49-F238E27FC236}">
                <a16:creationId xmlns:a16="http://schemas.microsoft.com/office/drawing/2014/main" id="{3693B05B-B9B4-561E-58DA-5237C98F57B1}"/>
              </a:ext>
            </a:extLst>
          </p:cNvPr>
          <p:cNvCxnSpPr>
            <a:cxnSpLocks/>
          </p:cNvCxnSpPr>
          <p:nvPr/>
        </p:nvCxnSpPr>
        <p:spPr>
          <a:xfrm>
            <a:off x="9794292" y="969344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716">
            <a:extLst>
              <a:ext uri="{FF2B5EF4-FFF2-40B4-BE49-F238E27FC236}">
                <a16:creationId xmlns:a16="http://schemas.microsoft.com/office/drawing/2014/main" id="{EF5209C4-C514-A144-CF0E-ADE3FA6CE7EB}"/>
              </a:ext>
            </a:extLst>
          </p:cNvPr>
          <p:cNvCxnSpPr>
            <a:cxnSpLocks/>
          </p:cNvCxnSpPr>
          <p:nvPr/>
        </p:nvCxnSpPr>
        <p:spPr>
          <a:xfrm>
            <a:off x="9794292" y="989841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4BF87E6D-61D6-F121-DC88-3602A0B0D5C2}"/>
              </a:ext>
            </a:extLst>
          </p:cNvPr>
          <p:cNvCxnSpPr>
            <a:cxnSpLocks/>
          </p:cNvCxnSpPr>
          <p:nvPr/>
        </p:nvCxnSpPr>
        <p:spPr>
          <a:xfrm>
            <a:off x="9794292" y="98164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718">
            <a:extLst>
              <a:ext uri="{FF2B5EF4-FFF2-40B4-BE49-F238E27FC236}">
                <a16:creationId xmlns:a16="http://schemas.microsoft.com/office/drawing/2014/main" id="{6D43475E-06DB-EC39-3448-D3E6CDFE5727}"/>
              </a:ext>
            </a:extLst>
          </p:cNvPr>
          <p:cNvCxnSpPr>
            <a:cxnSpLocks/>
          </p:cNvCxnSpPr>
          <p:nvPr/>
        </p:nvCxnSpPr>
        <p:spPr>
          <a:xfrm>
            <a:off x="9794292" y="1002139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DFACEA19-4EDC-7E42-AABF-F41BD7590C3F}"/>
              </a:ext>
            </a:extLst>
          </p:cNvPr>
          <p:cNvCxnSpPr>
            <a:cxnSpLocks/>
          </p:cNvCxnSpPr>
          <p:nvPr/>
        </p:nvCxnSpPr>
        <p:spPr>
          <a:xfrm>
            <a:off x="9794292" y="1010338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720">
            <a:extLst>
              <a:ext uri="{FF2B5EF4-FFF2-40B4-BE49-F238E27FC236}">
                <a16:creationId xmlns:a16="http://schemas.microsoft.com/office/drawing/2014/main" id="{E84BAD8C-FC4C-0C1E-2046-B8057FA53448}"/>
              </a:ext>
            </a:extLst>
          </p:cNvPr>
          <p:cNvCxnSpPr>
            <a:cxnSpLocks/>
          </p:cNvCxnSpPr>
          <p:nvPr/>
        </p:nvCxnSpPr>
        <p:spPr>
          <a:xfrm>
            <a:off x="9794292" y="1030835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721">
            <a:extLst>
              <a:ext uri="{FF2B5EF4-FFF2-40B4-BE49-F238E27FC236}">
                <a16:creationId xmlns:a16="http://schemas.microsoft.com/office/drawing/2014/main" id="{9C054ABD-651B-FAAD-8048-05329299FA74}"/>
              </a:ext>
            </a:extLst>
          </p:cNvPr>
          <p:cNvCxnSpPr>
            <a:cxnSpLocks/>
          </p:cNvCxnSpPr>
          <p:nvPr/>
        </p:nvCxnSpPr>
        <p:spPr>
          <a:xfrm>
            <a:off x="9794292" y="1018537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722">
            <a:extLst>
              <a:ext uri="{FF2B5EF4-FFF2-40B4-BE49-F238E27FC236}">
                <a16:creationId xmlns:a16="http://schemas.microsoft.com/office/drawing/2014/main" id="{04C2FF62-72B0-B4DD-8C73-C368AB753788}"/>
              </a:ext>
            </a:extLst>
          </p:cNvPr>
          <p:cNvCxnSpPr>
            <a:cxnSpLocks/>
          </p:cNvCxnSpPr>
          <p:nvPr/>
        </p:nvCxnSpPr>
        <p:spPr>
          <a:xfrm>
            <a:off x="9794292" y="1043133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723">
            <a:extLst>
              <a:ext uri="{FF2B5EF4-FFF2-40B4-BE49-F238E27FC236}">
                <a16:creationId xmlns:a16="http://schemas.microsoft.com/office/drawing/2014/main" id="{76E1E38F-D664-A29C-F8DA-6731BA84BC02}"/>
              </a:ext>
            </a:extLst>
          </p:cNvPr>
          <p:cNvCxnSpPr>
            <a:cxnSpLocks/>
          </p:cNvCxnSpPr>
          <p:nvPr/>
        </p:nvCxnSpPr>
        <p:spPr>
          <a:xfrm>
            <a:off x="9794292" y="1055431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724">
            <a:extLst>
              <a:ext uri="{FF2B5EF4-FFF2-40B4-BE49-F238E27FC236}">
                <a16:creationId xmlns:a16="http://schemas.microsoft.com/office/drawing/2014/main" id="{CED4A676-E351-F8F1-3F55-6E84087E263C}"/>
              </a:ext>
            </a:extLst>
          </p:cNvPr>
          <p:cNvCxnSpPr>
            <a:cxnSpLocks/>
          </p:cNvCxnSpPr>
          <p:nvPr/>
        </p:nvCxnSpPr>
        <p:spPr>
          <a:xfrm>
            <a:off x="9794292" y="1071829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725">
            <a:extLst>
              <a:ext uri="{FF2B5EF4-FFF2-40B4-BE49-F238E27FC236}">
                <a16:creationId xmlns:a16="http://schemas.microsoft.com/office/drawing/2014/main" id="{993FEEE2-8614-1049-CD06-B780E57CA71A}"/>
              </a:ext>
            </a:extLst>
          </p:cNvPr>
          <p:cNvCxnSpPr>
            <a:cxnSpLocks/>
          </p:cNvCxnSpPr>
          <p:nvPr/>
        </p:nvCxnSpPr>
        <p:spPr>
          <a:xfrm>
            <a:off x="9794292" y="1063630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726">
            <a:extLst>
              <a:ext uri="{FF2B5EF4-FFF2-40B4-BE49-F238E27FC236}">
                <a16:creationId xmlns:a16="http://schemas.microsoft.com/office/drawing/2014/main" id="{7AB91C75-8F9D-4ACE-6C88-C2ACBFBE63FE}"/>
              </a:ext>
            </a:extLst>
          </p:cNvPr>
          <p:cNvCxnSpPr>
            <a:cxnSpLocks/>
          </p:cNvCxnSpPr>
          <p:nvPr/>
        </p:nvCxnSpPr>
        <p:spPr>
          <a:xfrm>
            <a:off x="9794292" y="1084127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727">
            <a:extLst>
              <a:ext uri="{FF2B5EF4-FFF2-40B4-BE49-F238E27FC236}">
                <a16:creationId xmlns:a16="http://schemas.microsoft.com/office/drawing/2014/main" id="{406D1D21-592E-E955-0D14-1378242EE8C1}"/>
              </a:ext>
            </a:extLst>
          </p:cNvPr>
          <p:cNvCxnSpPr>
            <a:cxnSpLocks/>
          </p:cNvCxnSpPr>
          <p:nvPr/>
        </p:nvCxnSpPr>
        <p:spPr>
          <a:xfrm>
            <a:off x="9794292" y="1112823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728">
            <a:extLst>
              <a:ext uri="{FF2B5EF4-FFF2-40B4-BE49-F238E27FC236}">
                <a16:creationId xmlns:a16="http://schemas.microsoft.com/office/drawing/2014/main" id="{1F0479DC-7850-E739-3F86-E0B34D2BB931}"/>
              </a:ext>
            </a:extLst>
          </p:cNvPr>
          <p:cNvCxnSpPr>
            <a:cxnSpLocks/>
          </p:cNvCxnSpPr>
          <p:nvPr/>
        </p:nvCxnSpPr>
        <p:spPr>
          <a:xfrm>
            <a:off x="9794292" y="1100525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1871D523-28B8-DD26-0786-856AEE23DBF9}"/>
              </a:ext>
            </a:extLst>
          </p:cNvPr>
          <p:cNvCxnSpPr>
            <a:cxnSpLocks/>
          </p:cNvCxnSpPr>
          <p:nvPr/>
        </p:nvCxnSpPr>
        <p:spPr>
          <a:xfrm>
            <a:off x="9794292" y="1125121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730">
            <a:extLst>
              <a:ext uri="{FF2B5EF4-FFF2-40B4-BE49-F238E27FC236}">
                <a16:creationId xmlns:a16="http://schemas.microsoft.com/office/drawing/2014/main" id="{E864B1D5-113F-13D5-99FD-289DDD35F6BA}"/>
              </a:ext>
            </a:extLst>
          </p:cNvPr>
          <p:cNvCxnSpPr>
            <a:cxnSpLocks/>
          </p:cNvCxnSpPr>
          <p:nvPr/>
        </p:nvCxnSpPr>
        <p:spPr>
          <a:xfrm>
            <a:off x="9794292" y="1153817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731">
            <a:extLst>
              <a:ext uri="{FF2B5EF4-FFF2-40B4-BE49-F238E27FC236}">
                <a16:creationId xmlns:a16="http://schemas.microsoft.com/office/drawing/2014/main" id="{B1A3DD04-32FC-FDCA-E271-7A8723C46D17}"/>
              </a:ext>
            </a:extLst>
          </p:cNvPr>
          <p:cNvCxnSpPr>
            <a:cxnSpLocks/>
          </p:cNvCxnSpPr>
          <p:nvPr/>
        </p:nvCxnSpPr>
        <p:spPr>
          <a:xfrm>
            <a:off x="9794292" y="1141519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732">
            <a:extLst>
              <a:ext uri="{FF2B5EF4-FFF2-40B4-BE49-F238E27FC236}">
                <a16:creationId xmlns:a16="http://schemas.microsoft.com/office/drawing/2014/main" id="{E3EAAA09-9CE2-3293-0819-6DE72106C7CF}"/>
              </a:ext>
            </a:extLst>
          </p:cNvPr>
          <p:cNvCxnSpPr>
            <a:cxnSpLocks/>
          </p:cNvCxnSpPr>
          <p:nvPr/>
        </p:nvCxnSpPr>
        <p:spPr>
          <a:xfrm>
            <a:off x="9794292" y="116611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21F16939-7FEC-1E44-9403-53AC9D53E39F}"/>
              </a:ext>
            </a:extLst>
          </p:cNvPr>
          <p:cNvCxnSpPr>
            <a:cxnSpLocks/>
          </p:cNvCxnSpPr>
          <p:nvPr/>
        </p:nvCxnSpPr>
        <p:spPr>
          <a:xfrm>
            <a:off x="9794292" y="1174314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734">
            <a:extLst>
              <a:ext uri="{FF2B5EF4-FFF2-40B4-BE49-F238E27FC236}">
                <a16:creationId xmlns:a16="http://schemas.microsoft.com/office/drawing/2014/main" id="{C77C8C39-74B0-AE40-114B-51351009DFAB}"/>
              </a:ext>
            </a:extLst>
          </p:cNvPr>
          <p:cNvCxnSpPr>
            <a:cxnSpLocks/>
          </p:cNvCxnSpPr>
          <p:nvPr/>
        </p:nvCxnSpPr>
        <p:spPr>
          <a:xfrm>
            <a:off x="9794292" y="1194811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735">
            <a:extLst>
              <a:ext uri="{FF2B5EF4-FFF2-40B4-BE49-F238E27FC236}">
                <a16:creationId xmlns:a16="http://schemas.microsoft.com/office/drawing/2014/main" id="{E5F50A0D-6216-7BA1-CE68-770A0D5AD551}"/>
              </a:ext>
            </a:extLst>
          </p:cNvPr>
          <p:cNvCxnSpPr>
            <a:cxnSpLocks/>
          </p:cNvCxnSpPr>
          <p:nvPr/>
        </p:nvCxnSpPr>
        <p:spPr>
          <a:xfrm>
            <a:off x="9794292" y="118251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736">
            <a:extLst>
              <a:ext uri="{FF2B5EF4-FFF2-40B4-BE49-F238E27FC236}">
                <a16:creationId xmlns:a16="http://schemas.microsoft.com/office/drawing/2014/main" id="{C5D159D0-7447-DA90-BDCF-DCA9CE5CCC8D}"/>
              </a:ext>
            </a:extLst>
          </p:cNvPr>
          <p:cNvCxnSpPr>
            <a:cxnSpLocks/>
          </p:cNvCxnSpPr>
          <p:nvPr/>
        </p:nvCxnSpPr>
        <p:spPr>
          <a:xfrm>
            <a:off x="9794292" y="911952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737">
            <a:extLst>
              <a:ext uri="{FF2B5EF4-FFF2-40B4-BE49-F238E27FC236}">
                <a16:creationId xmlns:a16="http://schemas.microsoft.com/office/drawing/2014/main" id="{C4FF4A8A-ECD8-ACFA-6DDC-73AB005D9DCD}"/>
              </a:ext>
            </a:extLst>
          </p:cNvPr>
          <p:cNvCxnSpPr>
            <a:cxnSpLocks/>
          </p:cNvCxnSpPr>
          <p:nvPr/>
        </p:nvCxnSpPr>
        <p:spPr>
          <a:xfrm>
            <a:off x="9794292" y="899654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738">
            <a:extLst>
              <a:ext uri="{FF2B5EF4-FFF2-40B4-BE49-F238E27FC236}">
                <a16:creationId xmlns:a16="http://schemas.microsoft.com/office/drawing/2014/main" id="{27A81969-2CB7-592D-8BF5-4745DB45C3D9}"/>
              </a:ext>
            </a:extLst>
          </p:cNvPr>
          <p:cNvCxnSpPr>
            <a:cxnSpLocks/>
          </p:cNvCxnSpPr>
          <p:nvPr/>
        </p:nvCxnSpPr>
        <p:spPr>
          <a:xfrm>
            <a:off x="9794292" y="952946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739">
            <a:extLst>
              <a:ext uri="{FF2B5EF4-FFF2-40B4-BE49-F238E27FC236}">
                <a16:creationId xmlns:a16="http://schemas.microsoft.com/office/drawing/2014/main" id="{E2C36D48-02D2-DAD3-A1E9-017586230A23}"/>
              </a:ext>
            </a:extLst>
          </p:cNvPr>
          <p:cNvCxnSpPr>
            <a:cxnSpLocks/>
          </p:cNvCxnSpPr>
          <p:nvPr/>
        </p:nvCxnSpPr>
        <p:spPr>
          <a:xfrm>
            <a:off x="9794292" y="940648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740">
            <a:extLst>
              <a:ext uri="{FF2B5EF4-FFF2-40B4-BE49-F238E27FC236}">
                <a16:creationId xmlns:a16="http://schemas.microsoft.com/office/drawing/2014/main" id="{A88A6DA1-D451-09DA-2267-8E255FA6F9A3}"/>
              </a:ext>
            </a:extLst>
          </p:cNvPr>
          <p:cNvCxnSpPr>
            <a:cxnSpLocks/>
          </p:cNvCxnSpPr>
          <p:nvPr/>
        </p:nvCxnSpPr>
        <p:spPr>
          <a:xfrm>
            <a:off x="9794292" y="97344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09229D64-C0E8-89BF-D401-60461247D50E}"/>
              </a:ext>
            </a:extLst>
          </p:cNvPr>
          <p:cNvCxnSpPr>
            <a:cxnSpLocks/>
          </p:cNvCxnSpPr>
          <p:nvPr/>
        </p:nvCxnSpPr>
        <p:spPr>
          <a:xfrm>
            <a:off x="9794292" y="993940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742">
            <a:extLst>
              <a:ext uri="{FF2B5EF4-FFF2-40B4-BE49-F238E27FC236}">
                <a16:creationId xmlns:a16="http://schemas.microsoft.com/office/drawing/2014/main" id="{5138737A-6E44-AB8D-D1B0-863429B2D538}"/>
              </a:ext>
            </a:extLst>
          </p:cNvPr>
          <p:cNvCxnSpPr>
            <a:cxnSpLocks/>
          </p:cNvCxnSpPr>
          <p:nvPr/>
        </p:nvCxnSpPr>
        <p:spPr>
          <a:xfrm>
            <a:off x="9794292" y="1034934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2B22C655-0AE8-6E8A-46A2-CB986F828CEE}"/>
              </a:ext>
            </a:extLst>
          </p:cNvPr>
          <p:cNvCxnSpPr>
            <a:cxnSpLocks/>
          </p:cNvCxnSpPr>
          <p:nvPr/>
        </p:nvCxnSpPr>
        <p:spPr>
          <a:xfrm>
            <a:off x="9794292" y="1022636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744">
            <a:extLst>
              <a:ext uri="{FF2B5EF4-FFF2-40B4-BE49-F238E27FC236}">
                <a16:creationId xmlns:a16="http://schemas.microsoft.com/office/drawing/2014/main" id="{8A82677A-6CDB-15E3-1DC7-AB4CD1184AD6}"/>
              </a:ext>
            </a:extLst>
          </p:cNvPr>
          <p:cNvCxnSpPr>
            <a:cxnSpLocks/>
          </p:cNvCxnSpPr>
          <p:nvPr/>
        </p:nvCxnSpPr>
        <p:spPr>
          <a:xfrm>
            <a:off x="9794292" y="1047232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745">
            <a:extLst>
              <a:ext uri="{FF2B5EF4-FFF2-40B4-BE49-F238E27FC236}">
                <a16:creationId xmlns:a16="http://schemas.microsoft.com/office/drawing/2014/main" id="{FA867959-5114-5D6C-08EC-A368528ED728}"/>
              </a:ext>
            </a:extLst>
          </p:cNvPr>
          <p:cNvCxnSpPr>
            <a:cxnSpLocks/>
          </p:cNvCxnSpPr>
          <p:nvPr/>
        </p:nvCxnSpPr>
        <p:spPr>
          <a:xfrm>
            <a:off x="9794292" y="1075928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746">
            <a:extLst>
              <a:ext uri="{FF2B5EF4-FFF2-40B4-BE49-F238E27FC236}">
                <a16:creationId xmlns:a16="http://schemas.microsoft.com/office/drawing/2014/main" id="{DD365495-48F6-96D2-C2D0-B71F4CB840EC}"/>
              </a:ext>
            </a:extLst>
          </p:cNvPr>
          <p:cNvCxnSpPr>
            <a:cxnSpLocks/>
          </p:cNvCxnSpPr>
          <p:nvPr/>
        </p:nvCxnSpPr>
        <p:spPr>
          <a:xfrm>
            <a:off x="9794292" y="1088226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747">
            <a:extLst>
              <a:ext uri="{FF2B5EF4-FFF2-40B4-BE49-F238E27FC236}">
                <a16:creationId xmlns:a16="http://schemas.microsoft.com/office/drawing/2014/main" id="{28D4E653-6672-BDC3-2021-07F8DA3884F3}"/>
              </a:ext>
            </a:extLst>
          </p:cNvPr>
          <p:cNvCxnSpPr>
            <a:cxnSpLocks/>
          </p:cNvCxnSpPr>
          <p:nvPr/>
        </p:nvCxnSpPr>
        <p:spPr>
          <a:xfrm>
            <a:off x="9794292" y="1116922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748">
            <a:extLst>
              <a:ext uri="{FF2B5EF4-FFF2-40B4-BE49-F238E27FC236}">
                <a16:creationId xmlns:a16="http://schemas.microsoft.com/office/drawing/2014/main" id="{81F82B6D-898F-37E3-CA9F-0EA7CDE6F2D0}"/>
              </a:ext>
            </a:extLst>
          </p:cNvPr>
          <p:cNvCxnSpPr>
            <a:cxnSpLocks/>
          </p:cNvCxnSpPr>
          <p:nvPr/>
        </p:nvCxnSpPr>
        <p:spPr>
          <a:xfrm>
            <a:off x="9794292" y="1104624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Connector 749">
            <a:extLst>
              <a:ext uri="{FF2B5EF4-FFF2-40B4-BE49-F238E27FC236}">
                <a16:creationId xmlns:a16="http://schemas.microsoft.com/office/drawing/2014/main" id="{93533975-240F-89FF-1E81-204BB418711C}"/>
              </a:ext>
            </a:extLst>
          </p:cNvPr>
          <p:cNvCxnSpPr>
            <a:cxnSpLocks/>
          </p:cNvCxnSpPr>
          <p:nvPr/>
        </p:nvCxnSpPr>
        <p:spPr>
          <a:xfrm>
            <a:off x="9794292" y="1129220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7D57AEA9-C0D2-BB33-8A47-EB736A3DB472}"/>
              </a:ext>
            </a:extLst>
          </p:cNvPr>
          <p:cNvCxnSpPr>
            <a:cxnSpLocks/>
          </p:cNvCxnSpPr>
          <p:nvPr/>
        </p:nvCxnSpPr>
        <p:spPr>
          <a:xfrm>
            <a:off x="9794292" y="1157916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751">
            <a:extLst>
              <a:ext uri="{FF2B5EF4-FFF2-40B4-BE49-F238E27FC236}">
                <a16:creationId xmlns:a16="http://schemas.microsoft.com/office/drawing/2014/main" id="{992CD63B-914E-74B1-60D2-7E40CE511E47}"/>
              </a:ext>
            </a:extLst>
          </p:cNvPr>
          <p:cNvCxnSpPr>
            <a:cxnSpLocks/>
          </p:cNvCxnSpPr>
          <p:nvPr/>
        </p:nvCxnSpPr>
        <p:spPr>
          <a:xfrm>
            <a:off x="9794292" y="1145618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752">
            <a:extLst>
              <a:ext uri="{FF2B5EF4-FFF2-40B4-BE49-F238E27FC236}">
                <a16:creationId xmlns:a16="http://schemas.microsoft.com/office/drawing/2014/main" id="{19036F82-EADF-C029-843D-847291B8E969}"/>
              </a:ext>
            </a:extLst>
          </p:cNvPr>
          <p:cNvCxnSpPr>
            <a:cxnSpLocks/>
          </p:cNvCxnSpPr>
          <p:nvPr/>
        </p:nvCxnSpPr>
        <p:spPr>
          <a:xfrm>
            <a:off x="9794292" y="1198910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753">
            <a:extLst>
              <a:ext uri="{FF2B5EF4-FFF2-40B4-BE49-F238E27FC236}">
                <a16:creationId xmlns:a16="http://schemas.microsoft.com/office/drawing/2014/main" id="{4F911F4D-4686-8730-C9E3-FDF3B04922A8}"/>
              </a:ext>
            </a:extLst>
          </p:cNvPr>
          <p:cNvCxnSpPr>
            <a:cxnSpLocks/>
          </p:cNvCxnSpPr>
          <p:nvPr/>
        </p:nvCxnSpPr>
        <p:spPr>
          <a:xfrm>
            <a:off x="9794292" y="118661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754">
            <a:extLst>
              <a:ext uri="{FF2B5EF4-FFF2-40B4-BE49-F238E27FC236}">
                <a16:creationId xmlns:a16="http://schemas.microsoft.com/office/drawing/2014/main" id="{32B98049-7CF5-1196-F403-EB95B12DE040}"/>
              </a:ext>
            </a:extLst>
          </p:cNvPr>
          <p:cNvCxnSpPr>
            <a:cxnSpLocks/>
          </p:cNvCxnSpPr>
          <p:nvPr/>
        </p:nvCxnSpPr>
        <p:spPr>
          <a:xfrm>
            <a:off x="3886466" y="874769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755">
            <a:extLst>
              <a:ext uri="{FF2B5EF4-FFF2-40B4-BE49-F238E27FC236}">
                <a16:creationId xmlns:a16="http://schemas.microsoft.com/office/drawing/2014/main" id="{76E8C769-2361-9C42-3920-46BEAC4DD9AC}"/>
              </a:ext>
            </a:extLst>
          </p:cNvPr>
          <p:cNvCxnSpPr>
            <a:cxnSpLocks/>
          </p:cNvCxnSpPr>
          <p:nvPr/>
        </p:nvCxnSpPr>
        <p:spPr>
          <a:xfrm>
            <a:off x="3886466" y="882968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756">
            <a:extLst>
              <a:ext uri="{FF2B5EF4-FFF2-40B4-BE49-F238E27FC236}">
                <a16:creationId xmlns:a16="http://schemas.microsoft.com/office/drawing/2014/main" id="{AF9C3D04-108F-A99D-D7F1-05D258C35F64}"/>
              </a:ext>
            </a:extLst>
          </p:cNvPr>
          <p:cNvCxnSpPr>
            <a:cxnSpLocks/>
          </p:cNvCxnSpPr>
          <p:nvPr/>
        </p:nvCxnSpPr>
        <p:spPr>
          <a:xfrm>
            <a:off x="3886466" y="903465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757">
            <a:extLst>
              <a:ext uri="{FF2B5EF4-FFF2-40B4-BE49-F238E27FC236}">
                <a16:creationId xmlns:a16="http://schemas.microsoft.com/office/drawing/2014/main" id="{B07A6D45-D68C-4C3A-F7FF-C8CCE28559A4}"/>
              </a:ext>
            </a:extLst>
          </p:cNvPr>
          <p:cNvCxnSpPr>
            <a:cxnSpLocks/>
          </p:cNvCxnSpPr>
          <p:nvPr/>
        </p:nvCxnSpPr>
        <p:spPr>
          <a:xfrm>
            <a:off x="3886466" y="891167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63CC95D6-925E-A8C7-FF63-B3033E40297D}"/>
              </a:ext>
            </a:extLst>
          </p:cNvPr>
          <p:cNvCxnSpPr>
            <a:cxnSpLocks/>
          </p:cNvCxnSpPr>
          <p:nvPr/>
        </p:nvCxnSpPr>
        <p:spPr>
          <a:xfrm>
            <a:off x="3886466" y="9157639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759">
            <a:extLst>
              <a:ext uri="{FF2B5EF4-FFF2-40B4-BE49-F238E27FC236}">
                <a16:creationId xmlns:a16="http://schemas.microsoft.com/office/drawing/2014/main" id="{0991A010-E6AF-AD36-E4BF-D20B1EA90EA1}"/>
              </a:ext>
            </a:extLst>
          </p:cNvPr>
          <p:cNvCxnSpPr>
            <a:cxnSpLocks/>
          </p:cNvCxnSpPr>
          <p:nvPr/>
        </p:nvCxnSpPr>
        <p:spPr>
          <a:xfrm>
            <a:off x="3886466" y="923962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760">
            <a:extLst>
              <a:ext uri="{FF2B5EF4-FFF2-40B4-BE49-F238E27FC236}">
                <a16:creationId xmlns:a16="http://schemas.microsoft.com/office/drawing/2014/main" id="{A3F6753C-2478-32F3-1358-98A756126038}"/>
              </a:ext>
            </a:extLst>
          </p:cNvPr>
          <p:cNvCxnSpPr>
            <a:cxnSpLocks/>
          </p:cNvCxnSpPr>
          <p:nvPr/>
        </p:nvCxnSpPr>
        <p:spPr>
          <a:xfrm>
            <a:off x="3886466" y="944459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761">
            <a:extLst>
              <a:ext uri="{FF2B5EF4-FFF2-40B4-BE49-F238E27FC236}">
                <a16:creationId xmlns:a16="http://schemas.microsoft.com/office/drawing/2014/main" id="{F818EFAF-B157-2741-8DFD-F70076D13301}"/>
              </a:ext>
            </a:extLst>
          </p:cNvPr>
          <p:cNvCxnSpPr>
            <a:cxnSpLocks/>
          </p:cNvCxnSpPr>
          <p:nvPr/>
        </p:nvCxnSpPr>
        <p:spPr>
          <a:xfrm>
            <a:off x="3886466" y="932161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762">
            <a:extLst>
              <a:ext uri="{FF2B5EF4-FFF2-40B4-BE49-F238E27FC236}">
                <a16:creationId xmlns:a16="http://schemas.microsoft.com/office/drawing/2014/main" id="{FB599084-B237-8AAE-1087-2FBD1CF66629}"/>
              </a:ext>
            </a:extLst>
          </p:cNvPr>
          <p:cNvCxnSpPr>
            <a:cxnSpLocks/>
          </p:cNvCxnSpPr>
          <p:nvPr/>
        </p:nvCxnSpPr>
        <p:spPr>
          <a:xfrm>
            <a:off x="3886466" y="9567579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763">
            <a:extLst>
              <a:ext uri="{FF2B5EF4-FFF2-40B4-BE49-F238E27FC236}">
                <a16:creationId xmlns:a16="http://schemas.microsoft.com/office/drawing/2014/main" id="{6537E55B-5C01-7551-4A7D-55395876E82C}"/>
              </a:ext>
            </a:extLst>
          </p:cNvPr>
          <p:cNvCxnSpPr>
            <a:cxnSpLocks/>
          </p:cNvCxnSpPr>
          <p:nvPr/>
        </p:nvCxnSpPr>
        <p:spPr>
          <a:xfrm>
            <a:off x="3886466" y="964956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764">
            <a:extLst>
              <a:ext uri="{FF2B5EF4-FFF2-40B4-BE49-F238E27FC236}">
                <a16:creationId xmlns:a16="http://schemas.microsoft.com/office/drawing/2014/main" id="{D3622214-AAA3-D82F-9333-4BC9C1D2B550}"/>
              </a:ext>
            </a:extLst>
          </p:cNvPr>
          <p:cNvCxnSpPr>
            <a:cxnSpLocks/>
          </p:cNvCxnSpPr>
          <p:nvPr/>
        </p:nvCxnSpPr>
        <p:spPr>
          <a:xfrm>
            <a:off x="3886466" y="98545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765">
            <a:extLst>
              <a:ext uri="{FF2B5EF4-FFF2-40B4-BE49-F238E27FC236}">
                <a16:creationId xmlns:a16="http://schemas.microsoft.com/office/drawing/2014/main" id="{7279824B-931D-0CDC-A15C-FBB8689DB5B4}"/>
              </a:ext>
            </a:extLst>
          </p:cNvPr>
          <p:cNvCxnSpPr>
            <a:cxnSpLocks/>
          </p:cNvCxnSpPr>
          <p:nvPr/>
        </p:nvCxnSpPr>
        <p:spPr>
          <a:xfrm>
            <a:off x="3886466" y="97725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766">
            <a:extLst>
              <a:ext uri="{FF2B5EF4-FFF2-40B4-BE49-F238E27FC236}">
                <a16:creationId xmlns:a16="http://schemas.microsoft.com/office/drawing/2014/main" id="{0542A649-47DD-E277-E335-71E2EAE5BF1F}"/>
              </a:ext>
            </a:extLst>
          </p:cNvPr>
          <p:cNvCxnSpPr>
            <a:cxnSpLocks/>
          </p:cNvCxnSpPr>
          <p:nvPr/>
        </p:nvCxnSpPr>
        <p:spPr>
          <a:xfrm>
            <a:off x="3886466" y="9977519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767">
            <a:extLst>
              <a:ext uri="{FF2B5EF4-FFF2-40B4-BE49-F238E27FC236}">
                <a16:creationId xmlns:a16="http://schemas.microsoft.com/office/drawing/2014/main" id="{E3AD4A99-86FE-2346-BFAB-1124CD78E551}"/>
              </a:ext>
            </a:extLst>
          </p:cNvPr>
          <p:cNvCxnSpPr>
            <a:cxnSpLocks/>
          </p:cNvCxnSpPr>
          <p:nvPr/>
        </p:nvCxnSpPr>
        <p:spPr>
          <a:xfrm>
            <a:off x="3886466" y="1005950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768">
            <a:extLst>
              <a:ext uri="{FF2B5EF4-FFF2-40B4-BE49-F238E27FC236}">
                <a16:creationId xmlns:a16="http://schemas.microsoft.com/office/drawing/2014/main" id="{58B8D055-C38C-8C1D-F428-0B90F014B75E}"/>
              </a:ext>
            </a:extLst>
          </p:cNvPr>
          <p:cNvCxnSpPr>
            <a:cxnSpLocks/>
          </p:cNvCxnSpPr>
          <p:nvPr/>
        </p:nvCxnSpPr>
        <p:spPr>
          <a:xfrm>
            <a:off x="3886466" y="1026447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769">
            <a:extLst>
              <a:ext uri="{FF2B5EF4-FFF2-40B4-BE49-F238E27FC236}">
                <a16:creationId xmlns:a16="http://schemas.microsoft.com/office/drawing/2014/main" id="{A043AFE6-3195-26BD-C415-29989318F948}"/>
              </a:ext>
            </a:extLst>
          </p:cNvPr>
          <p:cNvCxnSpPr>
            <a:cxnSpLocks/>
          </p:cNvCxnSpPr>
          <p:nvPr/>
        </p:nvCxnSpPr>
        <p:spPr>
          <a:xfrm>
            <a:off x="3886466" y="1014149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770">
            <a:extLst>
              <a:ext uri="{FF2B5EF4-FFF2-40B4-BE49-F238E27FC236}">
                <a16:creationId xmlns:a16="http://schemas.microsoft.com/office/drawing/2014/main" id="{3172E252-1DF8-76AC-69B0-026957FAD624}"/>
              </a:ext>
            </a:extLst>
          </p:cNvPr>
          <p:cNvCxnSpPr>
            <a:cxnSpLocks/>
          </p:cNvCxnSpPr>
          <p:nvPr/>
        </p:nvCxnSpPr>
        <p:spPr>
          <a:xfrm>
            <a:off x="3886466" y="10387459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771">
            <a:extLst>
              <a:ext uri="{FF2B5EF4-FFF2-40B4-BE49-F238E27FC236}">
                <a16:creationId xmlns:a16="http://schemas.microsoft.com/office/drawing/2014/main" id="{65075B01-0A1D-2504-491E-2FF4CB436741}"/>
              </a:ext>
            </a:extLst>
          </p:cNvPr>
          <p:cNvCxnSpPr>
            <a:cxnSpLocks/>
          </p:cNvCxnSpPr>
          <p:nvPr/>
        </p:nvCxnSpPr>
        <p:spPr>
          <a:xfrm>
            <a:off x="3886466" y="1051044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772">
            <a:extLst>
              <a:ext uri="{FF2B5EF4-FFF2-40B4-BE49-F238E27FC236}">
                <a16:creationId xmlns:a16="http://schemas.microsoft.com/office/drawing/2014/main" id="{89C19808-CD59-C783-E3DF-277E7CCB7570}"/>
              </a:ext>
            </a:extLst>
          </p:cNvPr>
          <p:cNvCxnSpPr>
            <a:cxnSpLocks/>
          </p:cNvCxnSpPr>
          <p:nvPr/>
        </p:nvCxnSpPr>
        <p:spPr>
          <a:xfrm>
            <a:off x="3886466" y="1067441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773">
            <a:extLst>
              <a:ext uri="{FF2B5EF4-FFF2-40B4-BE49-F238E27FC236}">
                <a16:creationId xmlns:a16="http://schemas.microsoft.com/office/drawing/2014/main" id="{6012A4AC-A62E-7BCA-2CB8-26F17E177DBC}"/>
              </a:ext>
            </a:extLst>
          </p:cNvPr>
          <p:cNvCxnSpPr>
            <a:cxnSpLocks/>
          </p:cNvCxnSpPr>
          <p:nvPr/>
        </p:nvCxnSpPr>
        <p:spPr>
          <a:xfrm>
            <a:off x="3886466" y="1059242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774">
            <a:extLst>
              <a:ext uri="{FF2B5EF4-FFF2-40B4-BE49-F238E27FC236}">
                <a16:creationId xmlns:a16="http://schemas.microsoft.com/office/drawing/2014/main" id="{D1047CAE-64D2-0583-2ACF-629CEF3194C4}"/>
              </a:ext>
            </a:extLst>
          </p:cNvPr>
          <p:cNvCxnSpPr>
            <a:cxnSpLocks/>
          </p:cNvCxnSpPr>
          <p:nvPr/>
        </p:nvCxnSpPr>
        <p:spPr>
          <a:xfrm>
            <a:off x="3886466" y="10797399"/>
            <a:ext cx="49926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775">
            <a:extLst>
              <a:ext uri="{FF2B5EF4-FFF2-40B4-BE49-F238E27FC236}">
                <a16:creationId xmlns:a16="http://schemas.microsoft.com/office/drawing/2014/main" id="{EE9931DA-3FC7-D9C5-8EC0-F2E47FA2369C}"/>
              </a:ext>
            </a:extLst>
          </p:cNvPr>
          <p:cNvCxnSpPr>
            <a:cxnSpLocks/>
          </p:cNvCxnSpPr>
          <p:nvPr/>
        </p:nvCxnSpPr>
        <p:spPr>
          <a:xfrm>
            <a:off x="3886466" y="1092038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776">
            <a:extLst>
              <a:ext uri="{FF2B5EF4-FFF2-40B4-BE49-F238E27FC236}">
                <a16:creationId xmlns:a16="http://schemas.microsoft.com/office/drawing/2014/main" id="{3D1E611B-4D02-1452-3150-1D15BA606A7B}"/>
              </a:ext>
            </a:extLst>
          </p:cNvPr>
          <p:cNvCxnSpPr>
            <a:cxnSpLocks/>
          </p:cNvCxnSpPr>
          <p:nvPr/>
        </p:nvCxnSpPr>
        <p:spPr>
          <a:xfrm>
            <a:off x="3886466" y="1108435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777">
            <a:extLst>
              <a:ext uri="{FF2B5EF4-FFF2-40B4-BE49-F238E27FC236}">
                <a16:creationId xmlns:a16="http://schemas.microsoft.com/office/drawing/2014/main" id="{43581C6E-FC09-6BFF-843B-C997F7506499}"/>
              </a:ext>
            </a:extLst>
          </p:cNvPr>
          <p:cNvCxnSpPr>
            <a:cxnSpLocks/>
          </p:cNvCxnSpPr>
          <p:nvPr/>
        </p:nvCxnSpPr>
        <p:spPr>
          <a:xfrm>
            <a:off x="3886466" y="1096137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A9E92434-1EFC-CAC3-6E7D-F2941484D395}"/>
              </a:ext>
            </a:extLst>
          </p:cNvPr>
          <p:cNvCxnSpPr>
            <a:cxnSpLocks/>
          </p:cNvCxnSpPr>
          <p:nvPr/>
        </p:nvCxnSpPr>
        <p:spPr>
          <a:xfrm>
            <a:off x="3886466" y="11207339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2C20AC04-FCD1-7304-3DE8-F4924F96E219}"/>
              </a:ext>
            </a:extLst>
          </p:cNvPr>
          <p:cNvCxnSpPr>
            <a:cxnSpLocks/>
          </p:cNvCxnSpPr>
          <p:nvPr/>
        </p:nvCxnSpPr>
        <p:spPr>
          <a:xfrm>
            <a:off x="3886466" y="1133032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460EF0C3-327C-D217-065A-A671F69A9C1B}"/>
              </a:ext>
            </a:extLst>
          </p:cNvPr>
          <p:cNvCxnSpPr>
            <a:cxnSpLocks/>
          </p:cNvCxnSpPr>
          <p:nvPr/>
        </p:nvCxnSpPr>
        <p:spPr>
          <a:xfrm>
            <a:off x="3886466" y="1149429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DAC94885-FB00-E86E-8B67-DAB1BF21E31B}"/>
              </a:ext>
            </a:extLst>
          </p:cNvPr>
          <p:cNvCxnSpPr>
            <a:cxnSpLocks/>
          </p:cNvCxnSpPr>
          <p:nvPr/>
        </p:nvCxnSpPr>
        <p:spPr>
          <a:xfrm>
            <a:off x="3886466" y="1137131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782">
            <a:extLst>
              <a:ext uri="{FF2B5EF4-FFF2-40B4-BE49-F238E27FC236}">
                <a16:creationId xmlns:a16="http://schemas.microsoft.com/office/drawing/2014/main" id="{A338CDA3-978F-9902-4208-55621DF5A640}"/>
              </a:ext>
            </a:extLst>
          </p:cNvPr>
          <p:cNvCxnSpPr>
            <a:cxnSpLocks/>
          </p:cNvCxnSpPr>
          <p:nvPr/>
        </p:nvCxnSpPr>
        <p:spPr>
          <a:xfrm>
            <a:off x="3886466" y="11617279"/>
            <a:ext cx="4992624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4AF483A5-F1D1-ED4D-0D2A-5558028BCEAB}"/>
              </a:ext>
            </a:extLst>
          </p:cNvPr>
          <p:cNvCxnSpPr>
            <a:cxnSpLocks/>
          </p:cNvCxnSpPr>
          <p:nvPr/>
        </p:nvCxnSpPr>
        <p:spPr>
          <a:xfrm>
            <a:off x="3886466" y="1169926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CA230F87-DA44-F51A-A83E-6FF2E0690CDB}"/>
              </a:ext>
            </a:extLst>
          </p:cNvPr>
          <p:cNvCxnSpPr>
            <a:cxnSpLocks/>
          </p:cNvCxnSpPr>
          <p:nvPr/>
        </p:nvCxnSpPr>
        <p:spPr>
          <a:xfrm>
            <a:off x="3886466" y="1190423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F857B08E-2BBC-CA81-5987-70437D639EB0}"/>
              </a:ext>
            </a:extLst>
          </p:cNvPr>
          <p:cNvCxnSpPr>
            <a:cxnSpLocks/>
          </p:cNvCxnSpPr>
          <p:nvPr/>
        </p:nvCxnSpPr>
        <p:spPr>
          <a:xfrm>
            <a:off x="3886466" y="117812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786">
            <a:extLst>
              <a:ext uri="{FF2B5EF4-FFF2-40B4-BE49-F238E27FC236}">
                <a16:creationId xmlns:a16="http://schemas.microsoft.com/office/drawing/2014/main" id="{970D1047-EDEF-A7F2-5459-F77EEE4F4870}"/>
              </a:ext>
            </a:extLst>
          </p:cNvPr>
          <p:cNvCxnSpPr>
            <a:cxnSpLocks/>
          </p:cNvCxnSpPr>
          <p:nvPr/>
        </p:nvCxnSpPr>
        <p:spPr>
          <a:xfrm>
            <a:off x="3886466" y="12027230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01492C54-8242-6EA2-0514-58BA7FF8DE4C}"/>
              </a:ext>
            </a:extLst>
          </p:cNvPr>
          <p:cNvCxnSpPr>
            <a:cxnSpLocks/>
          </p:cNvCxnSpPr>
          <p:nvPr/>
        </p:nvCxnSpPr>
        <p:spPr>
          <a:xfrm>
            <a:off x="3886466" y="878869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788">
            <a:extLst>
              <a:ext uri="{FF2B5EF4-FFF2-40B4-BE49-F238E27FC236}">
                <a16:creationId xmlns:a16="http://schemas.microsoft.com/office/drawing/2014/main" id="{8C672B28-3552-DB3A-01FF-C029E6406F3C}"/>
              </a:ext>
            </a:extLst>
          </p:cNvPr>
          <p:cNvCxnSpPr>
            <a:cxnSpLocks/>
          </p:cNvCxnSpPr>
          <p:nvPr/>
        </p:nvCxnSpPr>
        <p:spPr>
          <a:xfrm>
            <a:off x="3886466" y="887068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789">
            <a:extLst>
              <a:ext uri="{FF2B5EF4-FFF2-40B4-BE49-F238E27FC236}">
                <a16:creationId xmlns:a16="http://schemas.microsoft.com/office/drawing/2014/main" id="{2D66B1BC-325D-35A2-A03D-D1DB826C6B52}"/>
              </a:ext>
            </a:extLst>
          </p:cNvPr>
          <p:cNvCxnSpPr>
            <a:cxnSpLocks/>
          </p:cNvCxnSpPr>
          <p:nvPr/>
        </p:nvCxnSpPr>
        <p:spPr>
          <a:xfrm>
            <a:off x="3886466" y="907565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6E07B4DE-6B45-2DD1-8DA6-2B2FAC9DB169}"/>
              </a:ext>
            </a:extLst>
          </p:cNvPr>
          <p:cNvCxnSpPr>
            <a:cxnSpLocks/>
          </p:cNvCxnSpPr>
          <p:nvPr/>
        </p:nvCxnSpPr>
        <p:spPr>
          <a:xfrm>
            <a:off x="3886466" y="895266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791">
            <a:extLst>
              <a:ext uri="{FF2B5EF4-FFF2-40B4-BE49-F238E27FC236}">
                <a16:creationId xmlns:a16="http://schemas.microsoft.com/office/drawing/2014/main" id="{DC3AEA63-D9CD-D266-001B-5FAB3DD44911}"/>
              </a:ext>
            </a:extLst>
          </p:cNvPr>
          <p:cNvCxnSpPr>
            <a:cxnSpLocks/>
          </p:cNvCxnSpPr>
          <p:nvPr/>
        </p:nvCxnSpPr>
        <p:spPr>
          <a:xfrm>
            <a:off x="3886466" y="919863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792">
            <a:extLst>
              <a:ext uri="{FF2B5EF4-FFF2-40B4-BE49-F238E27FC236}">
                <a16:creationId xmlns:a16="http://schemas.microsoft.com/office/drawing/2014/main" id="{700BC472-0B82-D2C4-A6BD-2E1387C17FA1}"/>
              </a:ext>
            </a:extLst>
          </p:cNvPr>
          <p:cNvCxnSpPr>
            <a:cxnSpLocks/>
          </p:cNvCxnSpPr>
          <p:nvPr/>
        </p:nvCxnSpPr>
        <p:spPr>
          <a:xfrm>
            <a:off x="3886466" y="928062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793">
            <a:extLst>
              <a:ext uri="{FF2B5EF4-FFF2-40B4-BE49-F238E27FC236}">
                <a16:creationId xmlns:a16="http://schemas.microsoft.com/office/drawing/2014/main" id="{98E3AA48-67FB-0548-2874-D72742B38CDB}"/>
              </a:ext>
            </a:extLst>
          </p:cNvPr>
          <p:cNvCxnSpPr>
            <a:cxnSpLocks/>
          </p:cNvCxnSpPr>
          <p:nvPr/>
        </p:nvCxnSpPr>
        <p:spPr>
          <a:xfrm>
            <a:off x="3886466" y="948559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C254D04E-22CD-58D1-8769-3C8708E3C3EC}"/>
              </a:ext>
            </a:extLst>
          </p:cNvPr>
          <p:cNvCxnSpPr>
            <a:cxnSpLocks/>
          </p:cNvCxnSpPr>
          <p:nvPr/>
        </p:nvCxnSpPr>
        <p:spPr>
          <a:xfrm>
            <a:off x="3886466" y="936260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795">
            <a:extLst>
              <a:ext uri="{FF2B5EF4-FFF2-40B4-BE49-F238E27FC236}">
                <a16:creationId xmlns:a16="http://schemas.microsoft.com/office/drawing/2014/main" id="{88B5700B-EB95-FE7B-2867-33F87FDD4C29}"/>
              </a:ext>
            </a:extLst>
          </p:cNvPr>
          <p:cNvCxnSpPr>
            <a:cxnSpLocks/>
          </p:cNvCxnSpPr>
          <p:nvPr/>
        </p:nvCxnSpPr>
        <p:spPr>
          <a:xfrm>
            <a:off x="3886466" y="960857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796">
            <a:extLst>
              <a:ext uri="{FF2B5EF4-FFF2-40B4-BE49-F238E27FC236}">
                <a16:creationId xmlns:a16="http://schemas.microsoft.com/office/drawing/2014/main" id="{81789D08-347C-8581-86A9-5B336EC1A176}"/>
              </a:ext>
            </a:extLst>
          </p:cNvPr>
          <p:cNvCxnSpPr>
            <a:cxnSpLocks/>
          </p:cNvCxnSpPr>
          <p:nvPr/>
        </p:nvCxnSpPr>
        <p:spPr>
          <a:xfrm>
            <a:off x="3886466" y="969056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797">
            <a:extLst>
              <a:ext uri="{FF2B5EF4-FFF2-40B4-BE49-F238E27FC236}">
                <a16:creationId xmlns:a16="http://schemas.microsoft.com/office/drawing/2014/main" id="{086423B5-9BC3-06A7-31B0-576AF4A13954}"/>
              </a:ext>
            </a:extLst>
          </p:cNvPr>
          <p:cNvCxnSpPr>
            <a:cxnSpLocks/>
          </p:cNvCxnSpPr>
          <p:nvPr/>
        </p:nvCxnSpPr>
        <p:spPr>
          <a:xfrm>
            <a:off x="3886466" y="98955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798">
            <a:extLst>
              <a:ext uri="{FF2B5EF4-FFF2-40B4-BE49-F238E27FC236}">
                <a16:creationId xmlns:a16="http://schemas.microsoft.com/office/drawing/2014/main" id="{B3CFB11E-A2F6-60C8-584C-C7E7D6E644EA}"/>
              </a:ext>
            </a:extLst>
          </p:cNvPr>
          <p:cNvCxnSpPr>
            <a:cxnSpLocks/>
          </p:cNvCxnSpPr>
          <p:nvPr/>
        </p:nvCxnSpPr>
        <p:spPr>
          <a:xfrm>
            <a:off x="3886466" y="981354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799">
            <a:extLst>
              <a:ext uri="{FF2B5EF4-FFF2-40B4-BE49-F238E27FC236}">
                <a16:creationId xmlns:a16="http://schemas.microsoft.com/office/drawing/2014/main" id="{35D1C4D7-4E34-1FF7-19B1-02F2CCEC3F95}"/>
              </a:ext>
            </a:extLst>
          </p:cNvPr>
          <p:cNvCxnSpPr>
            <a:cxnSpLocks/>
          </p:cNvCxnSpPr>
          <p:nvPr/>
        </p:nvCxnSpPr>
        <p:spPr>
          <a:xfrm>
            <a:off x="3886466" y="1001851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800">
            <a:extLst>
              <a:ext uri="{FF2B5EF4-FFF2-40B4-BE49-F238E27FC236}">
                <a16:creationId xmlns:a16="http://schemas.microsoft.com/office/drawing/2014/main" id="{EC61C954-A3E9-AD48-07B5-4BCB0572B8EA}"/>
              </a:ext>
            </a:extLst>
          </p:cNvPr>
          <p:cNvCxnSpPr>
            <a:cxnSpLocks/>
          </p:cNvCxnSpPr>
          <p:nvPr/>
        </p:nvCxnSpPr>
        <p:spPr>
          <a:xfrm>
            <a:off x="3886466" y="1010050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>
            <a:extLst>
              <a:ext uri="{FF2B5EF4-FFF2-40B4-BE49-F238E27FC236}">
                <a16:creationId xmlns:a16="http://schemas.microsoft.com/office/drawing/2014/main" id="{BBB74927-7913-FBAA-B2A1-8A0435F5201E}"/>
              </a:ext>
            </a:extLst>
          </p:cNvPr>
          <p:cNvCxnSpPr>
            <a:cxnSpLocks/>
          </p:cNvCxnSpPr>
          <p:nvPr/>
        </p:nvCxnSpPr>
        <p:spPr>
          <a:xfrm>
            <a:off x="3886466" y="1030547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802">
            <a:extLst>
              <a:ext uri="{FF2B5EF4-FFF2-40B4-BE49-F238E27FC236}">
                <a16:creationId xmlns:a16="http://schemas.microsoft.com/office/drawing/2014/main" id="{DC22FF20-67EA-5D65-716B-B9636D5566D1}"/>
              </a:ext>
            </a:extLst>
          </p:cNvPr>
          <p:cNvCxnSpPr>
            <a:cxnSpLocks/>
          </p:cNvCxnSpPr>
          <p:nvPr/>
        </p:nvCxnSpPr>
        <p:spPr>
          <a:xfrm>
            <a:off x="3886466" y="1018248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6F988EF4-1CD8-D126-8A46-530B2B832939}"/>
              </a:ext>
            </a:extLst>
          </p:cNvPr>
          <p:cNvCxnSpPr>
            <a:cxnSpLocks/>
          </p:cNvCxnSpPr>
          <p:nvPr/>
        </p:nvCxnSpPr>
        <p:spPr>
          <a:xfrm>
            <a:off x="3886466" y="1042845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3A743242-27B7-D65A-0D23-53D8B5000201}"/>
              </a:ext>
            </a:extLst>
          </p:cNvPr>
          <p:cNvCxnSpPr>
            <a:cxnSpLocks/>
          </p:cNvCxnSpPr>
          <p:nvPr/>
        </p:nvCxnSpPr>
        <p:spPr>
          <a:xfrm>
            <a:off x="3886466" y="1055143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A881BCFA-D434-5831-D05F-7FAA0D0E3662}"/>
              </a:ext>
            </a:extLst>
          </p:cNvPr>
          <p:cNvCxnSpPr>
            <a:cxnSpLocks/>
          </p:cNvCxnSpPr>
          <p:nvPr/>
        </p:nvCxnSpPr>
        <p:spPr>
          <a:xfrm>
            <a:off x="3886466" y="1071541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806">
            <a:extLst>
              <a:ext uri="{FF2B5EF4-FFF2-40B4-BE49-F238E27FC236}">
                <a16:creationId xmlns:a16="http://schemas.microsoft.com/office/drawing/2014/main" id="{42AD03BE-86C2-AAA8-2C30-CE8D868CE6C0}"/>
              </a:ext>
            </a:extLst>
          </p:cNvPr>
          <p:cNvCxnSpPr>
            <a:cxnSpLocks/>
          </p:cNvCxnSpPr>
          <p:nvPr/>
        </p:nvCxnSpPr>
        <p:spPr>
          <a:xfrm>
            <a:off x="3886466" y="1063342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2AEE453-13D0-600D-7EFF-6547EEC11FA8}"/>
              </a:ext>
            </a:extLst>
          </p:cNvPr>
          <p:cNvCxnSpPr>
            <a:cxnSpLocks/>
          </p:cNvCxnSpPr>
          <p:nvPr/>
        </p:nvCxnSpPr>
        <p:spPr>
          <a:xfrm>
            <a:off x="3886466" y="1083839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>
            <a:extLst>
              <a:ext uri="{FF2B5EF4-FFF2-40B4-BE49-F238E27FC236}">
                <a16:creationId xmlns:a16="http://schemas.microsoft.com/office/drawing/2014/main" id="{F71BC99A-B54A-B28C-36A2-E74ABF8CBD31}"/>
              </a:ext>
            </a:extLst>
          </p:cNvPr>
          <p:cNvCxnSpPr>
            <a:cxnSpLocks/>
          </p:cNvCxnSpPr>
          <p:nvPr/>
        </p:nvCxnSpPr>
        <p:spPr>
          <a:xfrm>
            <a:off x="3886466" y="1112535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809">
            <a:extLst>
              <a:ext uri="{FF2B5EF4-FFF2-40B4-BE49-F238E27FC236}">
                <a16:creationId xmlns:a16="http://schemas.microsoft.com/office/drawing/2014/main" id="{A2263981-AAC5-32D5-E420-0E89A36C8F7E}"/>
              </a:ext>
            </a:extLst>
          </p:cNvPr>
          <p:cNvCxnSpPr>
            <a:cxnSpLocks/>
          </p:cNvCxnSpPr>
          <p:nvPr/>
        </p:nvCxnSpPr>
        <p:spPr>
          <a:xfrm>
            <a:off x="3886466" y="1100236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9FD40119-27D2-1C4C-715A-5274A957708A}"/>
              </a:ext>
            </a:extLst>
          </p:cNvPr>
          <p:cNvCxnSpPr>
            <a:cxnSpLocks/>
          </p:cNvCxnSpPr>
          <p:nvPr/>
        </p:nvCxnSpPr>
        <p:spPr>
          <a:xfrm>
            <a:off x="3886466" y="1124833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811">
            <a:extLst>
              <a:ext uri="{FF2B5EF4-FFF2-40B4-BE49-F238E27FC236}">
                <a16:creationId xmlns:a16="http://schemas.microsoft.com/office/drawing/2014/main" id="{3402F7FC-8A4F-3888-503B-F5DCDD458E34}"/>
              </a:ext>
            </a:extLst>
          </p:cNvPr>
          <p:cNvCxnSpPr>
            <a:cxnSpLocks/>
          </p:cNvCxnSpPr>
          <p:nvPr/>
        </p:nvCxnSpPr>
        <p:spPr>
          <a:xfrm>
            <a:off x="3886466" y="1153529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4EE04E05-396B-2C70-57DC-BC3CA940C54D}"/>
              </a:ext>
            </a:extLst>
          </p:cNvPr>
          <p:cNvCxnSpPr>
            <a:cxnSpLocks/>
          </p:cNvCxnSpPr>
          <p:nvPr/>
        </p:nvCxnSpPr>
        <p:spPr>
          <a:xfrm>
            <a:off x="3886466" y="1141230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813">
            <a:extLst>
              <a:ext uri="{FF2B5EF4-FFF2-40B4-BE49-F238E27FC236}">
                <a16:creationId xmlns:a16="http://schemas.microsoft.com/office/drawing/2014/main" id="{63CC7AA7-6DEE-6DA7-38A2-BD0033056F7E}"/>
              </a:ext>
            </a:extLst>
          </p:cNvPr>
          <p:cNvCxnSpPr>
            <a:cxnSpLocks/>
          </p:cNvCxnSpPr>
          <p:nvPr/>
        </p:nvCxnSpPr>
        <p:spPr>
          <a:xfrm>
            <a:off x="3886466" y="1165827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814">
            <a:extLst>
              <a:ext uri="{FF2B5EF4-FFF2-40B4-BE49-F238E27FC236}">
                <a16:creationId xmlns:a16="http://schemas.microsoft.com/office/drawing/2014/main" id="{F68219FD-C512-63BA-16CC-B97ACCEB82B0}"/>
              </a:ext>
            </a:extLst>
          </p:cNvPr>
          <p:cNvCxnSpPr>
            <a:cxnSpLocks/>
          </p:cNvCxnSpPr>
          <p:nvPr/>
        </p:nvCxnSpPr>
        <p:spPr>
          <a:xfrm>
            <a:off x="3886466" y="1174026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68846534-1189-DB36-4C9E-9B86CB6882F5}"/>
              </a:ext>
            </a:extLst>
          </p:cNvPr>
          <p:cNvCxnSpPr>
            <a:cxnSpLocks/>
          </p:cNvCxnSpPr>
          <p:nvPr/>
        </p:nvCxnSpPr>
        <p:spPr>
          <a:xfrm>
            <a:off x="3886466" y="11945231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816">
            <a:extLst>
              <a:ext uri="{FF2B5EF4-FFF2-40B4-BE49-F238E27FC236}">
                <a16:creationId xmlns:a16="http://schemas.microsoft.com/office/drawing/2014/main" id="{BFDFA8B7-A96B-88FB-F561-E4C5DCBEC2AE}"/>
              </a:ext>
            </a:extLst>
          </p:cNvPr>
          <p:cNvCxnSpPr>
            <a:cxnSpLocks/>
          </p:cNvCxnSpPr>
          <p:nvPr/>
        </p:nvCxnSpPr>
        <p:spPr>
          <a:xfrm>
            <a:off x="3886466" y="11822249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15D1E6DA-AD88-573A-650C-FF0B533E0CD1}"/>
              </a:ext>
            </a:extLst>
          </p:cNvPr>
          <p:cNvCxnSpPr>
            <a:cxnSpLocks/>
          </p:cNvCxnSpPr>
          <p:nvPr/>
        </p:nvCxnSpPr>
        <p:spPr>
          <a:xfrm>
            <a:off x="3886466" y="911664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E78ABAC0-2FE5-74B0-A7D0-DC43A179AB32}"/>
              </a:ext>
            </a:extLst>
          </p:cNvPr>
          <p:cNvCxnSpPr>
            <a:cxnSpLocks/>
          </p:cNvCxnSpPr>
          <p:nvPr/>
        </p:nvCxnSpPr>
        <p:spPr>
          <a:xfrm>
            <a:off x="3886466" y="899366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819">
            <a:extLst>
              <a:ext uri="{FF2B5EF4-FFF2-40B4-BE49-F238E27FC236}">
                <a16:creationId xmlns:a16="http://schemas.microsoft.com/office/drawing/2014/main" id="{FB311940-19AA-3577-8115-867FCCA53CDB}"/>
              </a:ext>
            </a:extLst>
          </p:cNvPr>
          <p:cNvCxnSpPr>
            <a:cxnSpLocks/>
          </p:cNvCxnSpPr>
          <p:nvPr/>
        </p:nvCxnSpPr>
        <p:spPr>
          <a:xfrm>
            <a:off x="3886466" y="952658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820">
            <a:extLst>
              <a:ext uri="{FF2B5EF4-FFF2-40B4-BE49-F238E27FC236}">
                <a16:creationId xmlns:a16="http://schemas.microsoft.com/office/drawing/2014/main" id="{B959691E-6E04-B70B-8B66-1FEBFDE51A93}"/>
              </a:ext>
            </a:extLst>
          </p:cNvPr>
          <p:cNvCxnSpPr>
            <a:cxnSpLocks/>
          </p:cNvCxnSpPr>
          <p:nvPr/>
        </p:nvCxnSpPr>
        <p:spPr>
          <a:xfrm>
            <a:off x="3886466" y="940360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87951873-27DA-CDC6-C7FB-D4C448A995F6}"/>
              </a:ext>
            </a:extLst>
          </p:cNvPr>
          <p:cNvCxnSpPr>
            <a:cxnSpLocks/>
          </p:cNvCxnSpPr>
          <p:nvPr/>
        </p:nvCxnSpPr>
        <p:spPr>
          <a:xfrm>
            <a:off x="3886466" y="973155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B406053B-5ECB-B091-3ECD-48AC5076FEBD}"/>
              </a:ext>
            </a:extLst>
          </p:cNvPr>
          <p:cNvCxnSpPr>
            <a:cxnSpLocks/>
          </p:cNvCxnSpPr>
          <p:nvPr/>
        </p:nvCxnSpPr>
        <p:spPr>
          <a:xfrm>
            <a:off x="3886466" y="99365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E9A05976-D37A-A841-FFE4-CA6A796C934B}"/>
              </a:ext>
            </a:extLst>
          </p:cNvPr>
          <p:cNvCxnSpPr>
            <a:cxnSpLocks/>
          </p:cNvCxnSpPr>
          <p:nvPr/>
        </p:nvCxnSpPr>
        <p:spPr>
          <a:xfrm>
            <a:off x="3886466" y="1034646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6A576206-5F63-D8C0-1DBC-0B11453D1E12}"/>
              </a:ext>
            </a:extLst>
          </p:cNvPr>
          <p:cNvCxnSpPr>
            <a:cxnSpLocks/>
          </p:cNvCxnSpPr>
          <p:nvPr/>
        </p:nvCxnSpPr>
        <p:spPr>
          <a:xfrm>
            <a:off x="3886466" y="1022348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>
            <a:extLst>
              <a:ext uri="{FF2B5EF4-FFF2-40B4-BE49-F238E27FC236}">
                <a16:creationId xmlns:a16="http://schemas.microsoft.com/office/drawing/2014/main" id="{AD9BCEA1-7015-F0C1-BC51-14EACBA1B13D}"/>
              </a:ext>
            </a:extLst>
          </p:cNvPr>
          <p:cNvCxnSpPr>
            <a:cxnSpLocks/>
          </p:cNvCxnSpPr>
          <p:nvPr/>
        </p:nvCxnSpPr>
        <p:spPr>
          <a:xfrm>
            <a:off x="3886466" y="1046944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117F3C4D-D122-54D3-1449-1EE817FB46CE}"/>
              </a:ext>
            </a:extLst>
          </p:cNvPr>
          <p:cNvCxnSpPr>
            <a:cxnSpLocks/>
          </p:cNvCxnSpPr>
          <p:nvPr/>
        </p:nvCxnSpPr>
        <p:spPr>
          <a:xfrm>
            <a:off x="3886466" y="1075640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827">
            <a:extLst>
              <a:ext uri="{FF2B5EF4-FFF2-40B4-BE49-F238E27FC236}">
                <a16:creationId xmlns:a16="http://schemas.microsoft.com/office/drawing/2014/main" id="{330DDB1B-7034-A22B-D402-234D5C4A7A41}"/>
              </a:ext>
            </a:extLst>
          </p:cNvPr>
          <p:cNvCxnSpPr>
            <a:cxnSpLocks/>
          </p:cNvCxnSpPr>
          <p:nvPr/>
        </p:nvCxnSpPr>
        <p:spPr>
          <a:xfrm>
            <a:off x="3886466" y="1087938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828">
            <a:extLst>
              <a:ext uri="{FF2B5EF4-FFF2-40B4-BE49-F238E27FC236}">
                <a16:creationId xmlns:a16="http://schemas.microsoft.com/office/drawing/2014/main" id="{1AD29B79-F901-D359-DFE9-4A35928B1566}"/>
              </a:ext>
            </a:extLst>
          </p:cNvPr>
          <p:cNvCxnSpPr>
            <a:cxnSpLocks/>
          </p:cNvCxnSpPr>
          <p:nvPr/>
        </p:nvCxnSpPr>
        <p:spPr>
          <a:xfrm>
            <a:off x="3886466" y="1116634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50605AB2-B0A1-1712-F812-F47625323304}"/>
              </a:ext>
            </a:extLst>
          </p:cNvPr>
          <p:cNvCxnSpPr>
            <a:cxnSpLocks/>
          </p:cNvCxnSpPr>
          <p:nvPr/>
        </p:nvCxnSpPr>
        <p:spPr>
          <a:xfrm>
            <a:off x="3886466" y="1104336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830">
            <a:extLst>
              <a:ext uri="{FF2B5EF4-FFF2-40B4-BE49-F238E27FC236}">
                <a16:creationId xmlns:a16="http://schemas.microsoft.com/office/drawing/2014/main" id="{5FD5B735-3692-557E-722D-7F74CB375B71}"/>
              </a:ext>
            </a:extLst>
          </p:cNvPr>
          <p:cNvCxnSpPr>
            <a:cxnSpLocks/>
          </p:cNvCxnSpPr>
          <p:nvPr/>
        </p:nvCxnSpPr>
        <p:spPr>
          <a:xfrm>
            <a:off x="3886466" y="11289327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831">
            <a:extLst>
              <a:ext uri="{FF2B5EF4-FFF2-40B4-BE49-F238E27FC236}">
                <a16:creationId xmlns:a16="http://schemas.microsoft.com/office/drawing/2014/main" id="{3C843A17-7778-46E1-7F20-4B0375E046FE}"/>
              </a:ext>
            </a:extLst>
          </p:cNvPr>
          <p:cNvCxnSpPr>
            <a:cxnSpLocks/>
          </p:cNvCxnSpPr>
          <p:nvPr/>
        </p:nvCxnSpPr>
        <p:spPr>
          <a:xfrm>
            <a:off x="3886466" y="1157628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832">
            <a:extLst>
              <a:ext uri="{FF2B5EF4-FFF2-40B4-BE49-F238E27FC236}">
                <a16:creationId xmlns:a16="http://schemas.microsoft.com/office/drawing/2014/main" id="{5D8A3EAE-5385-DF4C-6969-31DC5A2C9082}"/>
              </a:ext>
            </a:extLst>
          </p:cNvPr>
          <p:cNvCxnSpPr>
            <a:cxnSpLocks/>
          </p:cNvCxnSpPr>
          <p:nvPr/>
        </p:nvCxnSpPr>
        <p:spPr>
          <a:xfrm>
            <a:off x="3886466" y="1145330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833">
            <a:extLst>
              <a:ext uri="{FF2B5EF4-FFF2-40B4-BE49-F238E27FC236}">
                <a16:creationId xmlns:a16="http://schemas.microsoft.com/office/drawing/2014/main" id="{1A92FE8D-5D34-14CB-BFE3-26288F2D9704}"/>
              </a:ext>
            </a:extLst>
          </p:cNvPr>
          <p:cNvCxnSpPr>
            <a:cxnSpLocks/>
          </p:cNvCxnSpPr>
          <p:nvPr/>
        </p:nvCxnSpPr>
        <p:spPr>
          <a:xfrm>
            <a:off x="3886466" y="11986225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>
            <a:extLst>
              <a:ext uri="{FF2B5EF4-FFF2-40B4-BE49-F238E27FC236}">
                <a16:creationId xmlns:a16="http://schemas.microsoft.com/office/drawing/2014/main" id="{A927A6FF-DA48-BD2F-F29A-61C122506889}"/>
              </a:ext>
            </a:extLst>
          </p:cNvPr>
          <p:cNvCxnSpPr>
            <a:cxnSpLocks/>
          </p:cNvCxnSpPr>
          <p:nvPr/>
        </p:nvCxnSpPr>
        <p:spPr>
          <a:xfrm>
            <a:off x="3886466" y="11863243"/>
            <a:ext cx="49926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59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7973"/>
          <a:stretch/>
        </p:blipFill>
        <p:spPr>
          <a:xfrm>
            <a:off x="11858399" y="5580591"/>
            <a:ext cx="5131001" cy="41860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321"/>
          <a:stretch/>
        </p:blipFill>
        <p:spPr>
          <a:xfrm>
            <a:off x="7114248" y="5580591"/>
            <a:ext cx="5111551" cy="41860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592" y="5580591"/>
            <a:ext cx="5575503" cy="4186001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36" y="9696375"/>
            <a:ext cx="5575503" cy="4186001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655" y="9674371"/>
            <a:ext cx="5575503" cy="4186001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 rotWithShape="1">
          <a:blip r:embed="rId7"/>
          <a:srcRect l="8331"/>
          <a:stretch/>
        </p:blipFill>
        <p:spPr>
          <a:xfrm>
            <a:off x="11864954" y="1450791"/>
            <a:ext cx="5111045" cy="418600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 rotWithShape="1">
          <a:blip r:embed="rId8"/>
          <a:srcRect l="8090"/>
          <a:stretch/>
        </p:blipFill>
        <p:spPr>
          <a:xfrm>
            <a:off x="7118790" y="1450791"/>
            <a:ext cx="5124437" cy="4186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9"/>
          <a:srcRect l="69959" t="13994" r="11961" b="63518"/>
          <a:stretch/>
        </p:blipFill>
        <p:spPr>
          <a:xfrm>
            <a:off x="16581081" y="2860879"/>
            <a:ext cx="1008063" cy="9413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0"/>
          <a:srcRect l="65632" t="13593" r="11989" b="67862"/>
          <a:stretch/>
        </p:blipFill>
        <p:spPr>
          <a:xfrm>
            <a:off x="16581079" y="6897307"/>
            <a:ext cx="1247775" cy="776289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 flipV="1">
            <a:off x="12792151" y="10495440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729899" y="10164214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3579552" y="11664735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517297" y="11333508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12030151" y="11174876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967899" y="10843651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11255452" y="11506109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193197" y="11174883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10490209" y="12034065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27955" y="11702839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15642406" y="7063355"/>
            <a:ext cx="406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5580145" y="6732128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14093006" y="6651512"/>
            <a:ext cx="406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088794" y="6320287"/>
            <a:ext cx="415498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</a:t>
            </a:r>
            <a:endParaRPr lang="en-US" sz="1803" dirty="0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13318307" y="6839943"/>
            <a:ext cx="406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3256048" y="6508719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12553063" y="7073459"/>
            <a:ext cx="406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490805" y="6742231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6144685" y="7119945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18976" y="6809316"/>
            <a:ext cx="415498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</a:t>
            </a:r>
            <a:endParaRPr lang="en-US" sz="1803" dirty="0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5384285" y="7169984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22032" y="6838759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3854992" y="7059564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68028" y="6728338"/>
            <a:ext cx="415498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</a:t>
            </a:r>
            <a:endParaRPr lang="en-US" sz="1803" dirty="0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3046207" y="6511649"/>
            <a:ext cx="406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83953" y="6180423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10859435" y="7332447"/>
            <a:ext cx="406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833716" y="7021819"/>
            <a:ext cx="415498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</a:t>
            </a:r>
            <a:endParaRPr lang="en-US" sz="1803" dirty="0"/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10108171" y="7246203"/>
            <a:ext cx="406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045911" y="6914976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8535334" y="7324467"/>
            <a:ext cx="406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73076" y="6993240"/>
            <a:ext cx="530915" cy="369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***</a:t>
            </a:r>
            <a:endParaRPr lang="en-US" sz="1803" dirty="0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8644" y="1452975"/>
            <a:ext cx="5575503" cy="4186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6065C3-FD9D-F159-B054-F9B9CDF080BB}"/>
              </a:ext>
            </a:extLst>
          </p:cNvPr>
          <p:cNvSpPr txBox="1"/>
          <p:nvPr/>
        </p:nvSpPr>
        <p:spPr>
          <a:xfrm>
            <a:off x="2549851" y="1859965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52CDA-50B0-B8B0-9161-3639775F4944}"/>
              </a:ext>
            </a:extLst>
          </p:cNvPr>
          <p:cNvSpPr txBox="1"/>
          <p:nvPr/>
        </p:nvSpPr>
        <p:spPr>
          <a:xfrm>
            <a:off x="7270915" y="1859965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2E4EF-7719-283C-0781-1D389E00601E}"/>
              </a:ext>
            </a:extLst>
          </p:cNvPr>
          <p:cNvSpPr txBox="1"/>
          <p:nvPr/>
        </p:nvSpPr>
        <p:spPr>
          <a:xfrm>
            <a:off x="12000123" y="1859965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997994-3F31-B54C-5500-C5C9CBEA8ACC}"/>
              </a:ext>
            </a:extLst>
          </p:cNvPr>
          <p:cNvSpPr txBox="1"/>
          <p:nvPr/>
        </p:nvSpPr>
        <p:spPr>
          <a:xfrm>
            <a:off x="2548055" y="6012817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95430-DEBA-C7ED-0E1D-77E543D97B9B}"/>
              </a:ext>
            </a:extLst>
          </p:cNvPr>
          <p:cNvSpPr txBox="1"/>
          <p:nvPr/>
        </p:nvSpPr>
        <p:spPr>
          <a:xfrm>
            <a:off x="7269121" y="6012817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B719AF-79F0-215C-5264-465362D8B7B2}"/>
              </a:ext>
            </a:extLst>
          </p:cNvPr>
          <p:cNvSpPr txBox="1"/>
          <p:nvPr/>
        </p:nvSpPr>
        <p:spPr>
          <a:xfrm>
            <a:off x="11998330" y="6012817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(f)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405D2B-DEA5-5FFE-ECC1-86C61E71707E}"/>
              </a:ext>
            </a:extLst>
          </p:cNvPr>
          <p:cNvSpPr txBox="1"/>
          <p:nvPr/>
        </p:nvSpPr>
        <p:spPr>
          <a:xfrm>
            <a:off x="8296642" y="10072253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(g)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CDD812-0F22-F5E6-BB2B-35CFA5506A6B}"/>
              </a:ext>
            </a:extLst>
          </p:cNvPr>
          <p:cNvSpPr txBox="1"/>
          <p:nvPr/>
        </p:nvSpPr>
        <p:spPr>
          <a:xfrm>
            <a:off x="13874959" y="10072253"/>
            <a:ext cx="62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(h)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38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7F38-AC53-2511-5834-FCB20DB1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EE79C004-6CF8-1306-895D-B6DA7E7E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71" y="986443"/>
            <a:ext cx="12953250" cy="972509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DF5EC9-8CA9-77FC-5DB1-6E2EE2AE3D00}"/>
              </a:ext>
            </a:extLst>
          </p:cNvPr>
          <p:cNvCxnSpPr/>
          <p:nvPr/>
        </p:nvCxnSpPr>
        <p:spPr>
          <a:xfrm>
            <a:off x="3452326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6AB8044-9711-82A7-9D89-BE36B5896370}"/>
              </a:ext>
            </a:extLst>
          </p:cNvPr>
          <p:cNvCxnSpPr/>
          <p:nvPr/>
        </p:nvCxnSpPr>
        <p:spPr>
          <a:xfrm>
            <a:off x="4104378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ECD1F1-33B2-3DD1-33AE-1EFE0C0F0A43}"/>
              </a:ext>
            </a:extLst>
          </p:cNvPr>
          <p:cNvCxnSpPr/>
          <p:nvPr/>
        </p:nvCxnSpPr>
        <p:spPr>
          <a:xfrm>
            <a:off x="4756430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FF9D86D-E75D-8D23-EDE5-F129054C6748}"/>
              </a:ext>
            </a:extLst>
          </p:cNvPr>
          <p:cNvCxnSpPr/>
          <p:nvPr/>
        </p:nvCxnSpPr>
        <p:spPr>
          <a:xfrm>
            <a:off x="5408482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8CED366-6728-3179-1728-361452960A1E}"/>
              </a:ext>
            </a:extLst>
          </p:cNvPr>
          <p:cNvCxnSpPr/>
          <p:nvPr/>
        </p:nvCxnSpPr>
        <p:spPr>
          <a:xfrm>
            <a:off x="6060534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9247B99-948F-9B5C-CD6C-33133F273822}"/>
              </a:ext>
            </a:extLst>
          </p:cNvPr>
          <p:cNvCxnSpPr/>
          <p:nvPr/>
        </p:nvCxnSpPr>
        <p:spPr>
          <a:xfrm>
            <a:off x="6712586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4B653C0-DD4C-2AFB-84C7-6A2003F7DDEB}"/>
              </a:ext>
            </a:extLst>
          </p:cNvPr>
          <p:cNvCxnSpPr/>
          <p:nvPr/>
        </p:nvCxnSpPr>
        <p:spPr>
          <a:xfrm>
            <a:off x="7364638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747DB38-6975-752E-8A38-81785150E184}"/>
              </a:ext>
            </a:extLst>
          </p:cNvPr>
          <p:cNvCxnSpPr/>
          <p:nvPr/>
        </p:nvCxnSpPr>
        <p:spPr>
          <a:xfrm>
            <a:off x="8016690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D2BCA79-459E-1731-4CEE-4607D72E066E}"/>
              </a:ext>
            </a:extLst>
          </p:cNvPr>
          <p:cNvCxnSpPr/>
          <p:nvPr/>
        </p:nvCxnSpPr>
        <p:spPr>
          <a:xfrm>
            <a:off x="8668742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6417B30-15BC-18C2-425A-710DA93933CC}"/>
              </a:ext>
            </a:extLst>
          </p:cNvPr>
          <p:cNvCxnSpPr/>
          <p:nvPr/>
        </p:nvCxnSpPr>
        <p:spPr>
          <a:xfrm>
            <a:off x="9320794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9793A8F-9C1E-15B2-F013-6EA6266D610F}"/>
              </a:ext>
            </a:extLst>
          </p:cNvPr>
          <p:cNvCxnSpPr/>
          <p:nvPr/>
        </p:nvCxnSpPr>
        <p:spPr>
          <a:xfrm>
            <a:off x="9972846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7B557C3-6666-FDEC-2816-1F115143DF14}"/>
              </a:ext>
            </a:extLst>
          </p:cNvPr>
          <p:cNvCxnSpPr/>
          <p:nvPr/>
        </p:nvCxnSpPr>
        <p:spPr>
          <a:xfrm>
            <a:off x="10624898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74B599-5F3A-A848-BB8E-EED1A07E4CC0}"/>
              </a:ext>
            </a:extLst>
          </p:cNvPr>
          <p:cNvCxnSpPr/>
          <p:nvPr/>
        </p:nvCxnSpPr>
        <p:spPr>
          <a:xfrm>
            <a:off x="11276950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6443B4A-EF93-48AE-A7FD-0F2BB9F6DAA6}"/>
              </a:ext>
            </a:extLst>
          </p:cNvPr>
          <p:cNvCxnSpPr/>
          <p:nvPr/>
        </p:nvCxnSpPr>
        <p:spPr>
          <a:xfrm>
            <a:off x="11929002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4FC8DB5-4651-18BB-54A5-007D98482CE3}"/>
              </a:ext>
            </a:extLst>
          </p:cNvPr>
          <p:cNvCxnSpPr/>
          <p:nvPr/>
        </p:nvCxnSpPr>
        <p:spPr>
          <a:xfrm>
            <a:off x="12581054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0209965-83DC-CD73-DD81-F682AC7095A9}"/>
              </a:ext>
            </a:extLst>
          </p:cNvPr>
          <p:cNvCxnSpPr/>
          <p:nvPr/>
        </p:nvCxnSpPr>
        <p:spPr>
          <a:xfrm>
            <a:off x="13233112" y="2015412"/>
            <a:ext cx="0" cy="73525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283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4" y="4447500"/>
            <a:ext cx="5846045" cy="43891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408" y="4447500"/>
            <a:ext cx="5846045" cy="43891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660" y="4447500"/>
            <a:ext cx="5846045" cy="43891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AE48B9-7DD6-AF4F-64F3-CD6D8C6A0689}"/>
              </a:ext>
            </a:extLst>
          </p:cNvPr>
          <p:cNvSpPr txBox="1"/>
          <p:nvPr/>
        </p:nvSpPr>
        <p:spPr>
          <a:xfrm>
            <a:off x="1406851" y="4869860"/>
            <a:ext cx="62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50EB3-F724-F5FE-A4F0-4DE179F8D923}"/>
              </a:ext>
            </a:extLst>
          </p:cNvPr>
          <p:cNvSpPr txBox="1"/>
          <p:nvPr/>
        </p:nvSpPr>
        <p:spPr>
          <a:xfrm>
            <a:off x="6713011" y="4869860"/>
            <a:ext cx="62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FBA634-5D03-0A0E-4998-DB3D37132AEF}"/>
              </a:ext>
            </a:extLst>
          </p:cNvPr>
          <p:cNvSpPr txBox="1"/>
          <p:nvPr/>
        </p:nvSpPr>
        <p:spPr>
          <a:xfrm>
            <a:off x="12019174" y="4869860"/>
            <a:ext cx="62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06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560576"/>
              </p:ext>
            </p:extLst>
          </p:nvPr>
        </p:nvGraphicFramePr>
        <p:xfrm>
          <a:off x="1063407" y="5253310"/>
          <a:ext cx="15138782" cy="1915367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5238752">
                  <a:extLst>
                    <a:ext uri="{9D8B030D-6E8A-4147-A177-3AD203B41FA5}">
                      <a16:colId xmlns:a16="http://schemas.microsoft.com/office/drawing/2014/main" val="3471419113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199275047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239529611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1078892055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494853838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2113317583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2528000133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2932834440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3478743809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2742520257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2398857956"/>
                    </a:ext>
                  </a:extLst>
                </a:gridCol>
              </a:tblGrid>
              <a:tr h="432003">
                <a:tc>
                  <a:txBody>
                    <a:bodyPr/>
                    <a:lstStyle/>
                    <a:p>
                      <a:r>
                        <a:rPr lang="en-GB" sz="1500" dirty="0">
                          <a:solidFill>
                            <a:schemeClr val="tx1"/>
                          </a:solidFill>
                        </a:rPr>
                        <a:t>Flicker Stimulation </a:t>
                      </a:r>
                      <a:r>
                        <a:rPr lang="en-AT" sz="1500" dirty="0">
                          <a:solidFill>
                            <a:schemeClr val="tx1"/>
                          </a:solidFill>
                        </a:rPr>
                        <a:t>–</a:t>
                      </a:r>
                      <a:r>
                        <a:rPr lang="en-GB" sz="1500" dirty="0">
                          <a:solidFill>
                            <a:schemeClr val="tx1"/>
                          </a:solidFill>
                        </a:rPr>
                        <a:t> Change</a:t>
                      </a:r>
                      <a:r>
                        <a:rPr lang="en-GB" sz="1500" baseline="0" dirty="0">
                          <a:solidFill>
                            <a:schemeClr val="tx1"/>
                          </a:solidFill>
                        </a:rPr>
                        <a:t> in Diameter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rgbClr val="C00000"/>
                          </a:solidFill>
                        </a:rPr>
                        <a:t>Vessel 1</a:t>
                      </a:r>
                      <a:endParaRPr lang="en-US" sz="1500" dirty="0">
                        <a:solidFill>
                          <a:srgbClr val="C0000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solidFill>
                            <a:srgbClr val="C00000"/>
                          </a:solidFill>
                        </a:rPr>
                        <a:t>Vessel 2</a:t>
                      </a:r>
                      <a:endParaRPr lang="en-US" sz="1500" dirty="0">
                        <a:solidFill>
                          <a:srgbClr val="C0000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solidFill>
                            <a:srgbClr val="0070C0"/>
                          </a:solidFill>
                        </a:rPr>
                        <a:t>Vessel 3</a:t>
                      </a:r>
                      <a:endParaRPr lang="en-US" sz="1500" dirty="0">
                        <a:solidFill>
                          <a:srgbClr val="0070C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solidFill>
                            <a:srgbClr val="C00000"/>
                          </a:solidFill>
                        </a:rPr>
                        <a:t>Vessel 4</a:t>
                      </a:r>
                      <a:endParaRPr lang="en-US" sz="1500" dirty="0">
                        <a:solidFill>
                          <a:srgbClr val="C0000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solidFill>
                            <a:srgbClr val="0070C0"/>
                          </a:solidFill>
                        </a:rPr>
                        <a:t>Vessel 5</a:t>
                      </a:r>
                      <a:endParaRPr lang="en-US" sz="1500" dirty="0">
                        <a:solidFill>
                          <a:srgbClr val="0070C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270807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GB" sz="1500" dirty="0"/>
                        <a:t>Gaussian Model Diameter (% Change)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9.2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9.6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0.0019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1.5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0.59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28.5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4.9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0.0008</a:t>
                      </a:r>
                      <a:endParaRPr lang="en-US" sz="1500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743181393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GB" sz="1500" dirty="0"/>
                        <a:t>Generalized Gaussian Model Diameter (% Change)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1.5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0.28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9.9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-0.6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0.79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28.4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3.1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0.0034</a:t>
                      </a:r>
                      <a:endParaRPr lang="en-US" sz="1500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3744965214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GB" sz="1500" dirty="0" err="1"/>
                        <a:t>Binarized</a:t>
                      </a:r>
                      <a:r>
                        <a:rPr lang="en-GB" sz="1500" baseline="0" dirty="0"/>
                        <a:t> Angiogram Diameter </a:t>
                      </a:r>
                      <a:r>
                        <a:rPr lang="en-GB" sz="1500" dirty="0"/>
                        <a:t>(% Change)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-12.5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-10.2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/>
                        <a:t>-4.2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0.0011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1.0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= 0.404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-9.3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244911185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GB" sz="1500" dirty="0"/>
                        <a:t>Angiogram</a:t>
                      </a:r>
                      <a:r>
                        <a:rPr lang="en-GB" sz="1500" baseline="0" dirty="0"/>
                        <a:t> Intensity </a:t>
                      </a:r>
                      <a:r>
                        <a:rPr lang="en-GB" sz="1500" dirty="0"/>
                        <a:t>(% Change)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-14.1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-18.2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-14.3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-19.9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-16.3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p</a:t>
                      </a:r>
                      <a:r>
                        <a:rPr lang="en-GB" sz="1500" baseline="0" dirty="0"/>
                        <a:t> &lt; 0.0005</a:t>
                      </a:r>
                      <a:endParaRPr lang="en-US" sz="1500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421063264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55914"/>
              </p:ext>
            </p:extLst>
          </p:nvPr>
        </p:nvGraphicFramePr>
        <p:xfrm>
          <a:off x="1063407" y="7640849"/>
          <a:ext cx="15138782" cy="154452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5238752">
                  <a:extLst>
                    <a:ext uri="{9D8B030D-6E8A-4147-A177-3AD203B41FA5}">
                      <a16:colId xmlns:a16="http://schemas.microsoft.com/office/drawing/2014/main" val="3471419113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199275047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239529611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1078892055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494853838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2113317583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2528000133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2932834440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3478743809"/>
                    </a:ext>
                  </a:extLst>
                </a:gridCol>
                <a:gridCol w="702003">
                  <a:extLst>
                    <a:ext uri="{9D8B030D-6E8A-4147-A177-3AD203B41FA5}">
                      <a16:colId xmlns:a16="http://schemas.microsoft.com/office/drawing/2014/main" val="2742520257"/>
                    </a:ext>
                  </a:extLst>
                </a:gridCol>
                <a:gridCol w="1278003">
                  <a:extLst>
                    <a:ext uri="{9D8B030D-6E8A-4147-A177-3AD203B41FA5}">
                      <a16:colId xmlns:a16="http://schemas.microsoft.com/office/drawing/2014/main" val="2398857956"/>
                    </a:ext>
                  </a:extLst>
                </a:gridCol>
              </a:tblGrid>
              <a:tr h="432003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Flicker Stimulation </a:t>
                      </a:r>
                      <a:r>
                        <a:rPr lang="en-AT" sz="1500" b="1" dirty="0">
                          <a:solidFill>
                            <a:schemeClr val="tx1"/>
                          </a:solidFill>
                        </a:rPr>
                        <a:t>–</a:t>
                      </a:r>
                      <a:r>
                        <a:rPr lang="en-GB" sz="1500" b="1" baseline="0" dirty="0">
                          <a:solidFill>
                            <a:schemeClr val="tx1"/>
                          </a:solidFill>
                        </a:rPr>
                        <a:t> Correlation to Intensity</a:t>
                      </a:r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500" b="1" dirty="0">
                          <a:solidFill>
                            <a:srgbClr val="C00000"/>
                          </a:solidFill>
                        </a:rPr>
                        <a:t>Vessel 1</a:t>
                      </a:r>
                      <a:endParaRPr 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dirty="0">
                          <a:solidFill>
                            <a:srgbClr val="C00000"/>
                          </a:solidFill>
                        </a:rPr>
                        <a:t>Vessel 2</a:t>
                      </a:r>
                      <a:endParaRPr 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dirty="0">
                          <a:solidFill>
                            <a:srgbClr val="0070C0"/>
                          </a:solidFill>
                        </a:rPr>
                        <a:t>Vessel 3</a:t>
                      </a:r>
                      <a:endParaRPr lang="en-US" sz="15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dirty="0">
                          <a:solidFill>
                            <a:srgbClr val="C00000"/>
                          </a:solidFill>
                        </a:rPr>
                        <a:t>Vessel 4</a:t>
                      </a:r>
                      <a:endParaRPr 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dirty="0">
                          <a:solidFill>
                            <a:srgbClr val="0070C0"/>
                          </a:solidFill>
                        </a:rPr>
                        <a:t>Vessel 5</a:t>
                      </a:r>
                      <a:endParaRPr lang="en-US" sz="15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43" marR="91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270807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r>
                        <a:rPr lang="en-GB" sz="1500" b="0" dirty="0"/>
                        <a:t>Gaussian Model </a:t>
                      </a:r>
                      <a:r>
                        <a:rPr lang="en-GB" sz="1500" dirty="0"/>
                        <a:t>Diameter </a:t>
                      </a:r>
                      <a:r>
                        <a:rPr lang="en-GB" sz="1500" b="0" dirty="0"/>
                        <a:t>Correlation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-0.07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0.48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0.23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0.019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-0.28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0.0044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-0.15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0.14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-0.24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0.018</a:t>
                      </a:r>
                      <a:endParaRPr lang="en-US" sz="1500" b="0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743181393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dirty="0"/>
                        <a:t>Generalized Gaussian Model </a:t>
                      </a:r>
                      <a:r>
                        <a:rPr lang="en-GB" sz="1500" dirty="0"/>
                        <a:t>Diameter </a:t>
                      </a:r>
                      <a:r>
                        <a:rPr lang="en-GB" sz="1500" b="0" dirty="0"/>
                        <a:t>Correlation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0.03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0.79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0.07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0.47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</a:t>
                      </a:r>
                      <a:r>
                        <a:rPr lang="en-GB" sz="1500" b="1" dirty="0"/>
                        <a:t>0.28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0.0056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-0.14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0.16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-0.18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0.081</a:t>
                      </a:r>
                      <a:endParaRPr lang="en-US" sz="1500" b="0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3744965214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dirty="0" err="1"/>
                        <a:t>Binarized</a:t>
                      </a:r>
                      <a:r>
                        <a:rPr lang="en-GB" sz="1500" b="0" baseline="0" dirty="0"/>
                        <a:t> Angiogram </a:t>
                      </a:r>
                      <a:r>
                        <a:rPr lang="en-GB" sz="1500" dirty="0"/>
                        <a:t>Diameter </a:t>
                      </a:r>
                      <a:r>
                        <a:rPr lang="en-GB" sz="1500" b="0" dirty="0"/>
                        <a:t>Correlation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0.59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&lt; 0.0005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0.80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&lt; 0.0005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0.27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= 0.0077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0.46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&lt; 0.0005</a:t>
                      </a:r>
                      <a:endParaRPr lang="en-US" sz="1500" b="0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0.52</a:t>
                      </a:r>
                      <a:endParaRPr lang="en-US" sz="1500" b="1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p</a:t>
                      </a:r>
                      <a:r>
                        <a:rPr lang="en-GB" sz="1500" b="0" baseline="0" dirty="0"/>
                        <a:t> &lt; 0.0005</a:t>
                      </a:r>
                      <a:endParaRPr lang="en-US" sz="1500" b="0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24491118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00407" y="9185367"/>
            <a:ext cx="1925848" cy="1202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3" dirty="0"/>
              <a:t>Overall correlation</a:t>
            </a:r>
          </a:p>
          <a:p>
            <a:r>
              <a:rPr lang="en-GB" sz="1803" dirty="0"/>
              <a:t>Gaussian = -0.101</a:t>
            </a:r>
          </a:p>
          <a:p>
            <a:r>
              <a:rPr lang="en-GB" sz="1803" dirty="0"/>
              <a:t>GG = -0.098</a:t>
            </a:r>
          </a:p>
          <a:p>
            <a:r>
              <a:rPr lang="en-GB" sz="1803" dirty="0"/>
              <a:t>BW = 0.523</a:t>
            </a:r>
            <a:endParaRPr lang="en-US" sz="1803" dirty="0"/>
          </a:p>
        </p:txBody>
      </p:sp>
    </p:spTree>
    <p:extLst>
      <p:ext uri="{BB962C8B-B14F-4D97-AF65-F5344CB8AC3E}">
        <p14:creationId xmlns:p14="http://schemas.microsoft.com/office/powerpoint/2010/main" val="69948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432</Words>
  <Application>Microsoft Office PowerPoint</Application>
  <PresentationFormat>Custom</PresentationFormat>
  <Paragraphs>183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Merkle</dc:creator>
  <cp:lastModifiedBy>Yash Patel</cp:lastModifiedBy>
  <cp:revision>139</cp:revision>
  <dcterms:created xsi:type="dcterms:W3CDTF">2025-07-31T11:48:14Z</dcterms:created>
  <dcterms:modified xsi:type="dcterms:W3CDTF">2026-05-15T12:21:41Z</dcterms:modified>
</cp:coreProperties>
</file>