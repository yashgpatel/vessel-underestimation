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60"/>
  </p:normalViewPr>
  <p:slideViewPr>
    <p:cSldViewPr snapToGrid="0">
      <p:cViewPr>
        <p:scale>
          <a:sx n="75" d="100"/>
          <a:sy n="75" d="100"/>
        </p:scale>
        <p:origin x="34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288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9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32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3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16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4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2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49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2174-11EF-43AA-A635-42A92FC4881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88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D2174-11EF-43AA-A635-42A92FC4881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FCCE8-8668-48F4-A6C9-2758CF410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05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9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3745"/>
            <a:ext cx="5575501" cy="418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52235"/>
            <a:ext cx="5575501" cy="41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3538215"/>
            <a:ext cx="5575501" cy="4186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038" y="2885831"/>
            <a:ext cx="5575501" cy="4186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037" y="-895756"/>
            <a:ext cx="5575501" cy="41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532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-1108278" y="-2031601"/>
            <a:ext cx="15030450" cy="13906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88726"/>
            <a:ext cx="5575501" cy="418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513154"/>
            <a:ext cx="5575501" cy="41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3751534"/>
            <a:ext cx="5575501" cy="4186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5981" y="3452029"/>
            <a:ext cx="5575501" cy="4186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5983" y="-533485"/>
            <a:ext cx="5575501" cy="418600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469582" y="1996184"/>
            <a:ext cx="432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469582" y="4307584"/>
            <a:ext cx="432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469582" y="6570724"/>
            <a:ext cx="432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95772" y="-94316"/>
            <a:ext cx="1783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Pre-Contrast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13956" y="2199729"/>
            <a:ext cx="1947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B050"/>
                </a:solidFill>
              </a:rPr>
              <a:t>Peak Contrast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32518" y="4459984"/>
            <a:ext cx="1910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Post-Contrast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01892" y="-644694"/>
            <a:ext cx="4052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Maximum Intensity Projection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656156" y="3299470"/>
            <a:ext cx="1715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Binarization</a:t>
            </a:r>
            <a:endParaRPr lang="en-US" sz="2400" b="1" dirty="0"/>
          </a:p>
        </p:txBody>
      </p:sp>
      <p:sp>
        <p:nvSpPr>
          <p:cNvPr id="19" name="Rectangle 18"/>
          <p:cNvSpPr/>
          <p:nvPr/>
        </p:nvSpPr>
        <p:spPr>
          <a:xfrm>
            <a:off x="6451410" y="-217714"/>
            <a:ext cx="4318190" cy="36285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451667" y="205711"/>
            <a:ext cx="4318190" cy="36285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451410" y="1016000"/>
            <a:ext cx="4318190" cy="21748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451153" y="3753172"/>
            <a:ext cx="4318190" cy="36285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451410" y="4176597"/>
            <a:ext cx="4318190" cy="36285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451153" y="4986886"/>
            <a:ext cx="4318190" cy="21748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22388" y="280448"/>
            <a:ext cx="4318190" cy="443623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10214" y="2582328"/>
            <a:ext cx="4318190" cy="443623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22388" y="4832286"/>
            <a:ext cx="4318190" cy="4436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6176114" y="-240068"/>
            <a:ext cx="0" cy="33986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 rot="16200000">
            <a:off x="5767188" y="1228440"/>
            <a:ext cx="81785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400" b="1" dirty="0"/>
              <a:t>Time</a:t>
            </a:r>
            <a:endParaRPr lang="en-US" sz="2400" b="1" dirty="0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6176114" y="3761135"/>
            <a:ext cx="0" cy="33986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 rot="16200000">
            <a:off x="5767188" y="5229643"/>
            <a:ext cx="81785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400" b="1" dirty="0"/>
              <a:t>Time</a:t>
            </a:r>
            <a:endParaRPr lang="en-US" sz="2400" b="1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222092" y="6994219"/>
            <a:ext cx="432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0222092" y="3017305"/>
            <a:ext cx="432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5D9CF7-1EE1-48D1-C5E3-71334B6B8251}"/>
              </a:ext>
            </a:extLst>
          </p:cNvPr>
          <p:cNvSpPr txBox="1"/>
          <p:nvPr/>
        </p:nvSpPr>
        <p:spPr>
          <a:xfrm>
            <a:off x="23600" y="-256852"/>
            <a:ext cx="14255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/>
              <a:t>A 						    	</a:t>
            </a:r>
            <a:endParaRPr lang="LID4096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36C618-48D6-8D6D-6096-0255EBD3DCAF}"/>
              </a:ext>
            </a:extLst>
          </p:cNvPr>
          <p:cNvSpPr txBox="1"/>
          <p:nvPr/>
        </p:nvSpPr>
        <p:spPr>
          <a:xfrm>
            <a:off x="5551894" y="-780167"/>
            <a:ext cx="7594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/>
              <a:t>B</a:t>
            </a:r>
            <a:endParaRPr lang="LID4096" sz="4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4152F2-DD45-5224-73B6-CC6011B23026}"/>
              </a:ext>
            </a:extLst>
          </p:cNvPr>
          <p:cNvSpPr txBox="1"/>
          <p:nvPr/>
        </p:nvSpPr>
        <p:spPr>
          <a:xfrm>
            <a:off x="5551894" y="3303387"/>
            <a:ext cx="7594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/>
              <a:t>C</a:t>
            </a:r>
            <a:endParaRPr lang="LID4096" sz="4000" dirty="0"/>
          </a:p>
        </p:txBody>
      </p:sp>
    </p:spTree>
    <p:extLst>
      <p:ext uri="{BB962C8B-B14F-4D97-AF65-F5344CB8AC3E}">
        <p14:creationId xmlns:p14="http://schemas.microsoft.com/office/powerpoint/2010/main" val="190643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2475434" y="-2251939"/>
            <a:ext cx="20496733" cy="13906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48" y="3190200"/>
            <a:ext cx="5575501" cy="418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848" y="-1305600"/>
            <a:ext cx="5575501" cy="41860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3584025" y="8004902"/>
            <a:ext cx="3240000" cy="1232"/>
          </a:xfrm>
          <a:prstGeom prst="straightConnector1">
            <a:avLst/>
          </a:prstGeom>
          <a:ln w="571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12050" y="7774069"/>
            <a:ext cx="178395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Pre-Contrast</a:t>
            </a:r>
            <a:endParaRPr lang="en-US" sz="2400" b="1" dirty="0">
              <a:solidFill>
                <a:srgbClr val="0070C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400997" y="8002437"/>
            <a:ext cx="3240000" cy="1232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1212786" y="8002437"/>
            <a:ext cx="3240000" cy="1232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4613" y="7774069"/>
            <a:ext cx="1947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B050"/>
                </a:solidFill>
              </a:rPr>
              <a:t>Peak Contrast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77556" y="7753402"/>
            <a:ext cx="191045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Post-Contrast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1467" y="-1308782"/>
            <a:ext cx="5575501" cy="4186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9349" y="-1307191"/>
            <a:ext cx="5575501" cy="4186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1466" y="3212668"/>
            <a:ext cx="5575501" cy="4186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9348" y="3215850"/>
            <a:ext cx="5575501" cy="4186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-510035" y="-1161832"/>
            <a:ext cx="6096000" cy="117262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Max FWHM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0.4099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0.6764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0.6615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Max e2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0.6963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1.1490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1.1233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Mean FWHM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0.4297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0.6102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0.6106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Mean e2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0.7299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1.0365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1.0372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469AF-C63C-B172-8791-639BB29CDDBE}"/>
              </a:ext>
            </a:extLst>
          </p:cNvPr>
          <p:cNvSpPr txBox="1"/>
          <p:nvPr/>
        </p:nvSpPr>
        <p:spPr>
          <a:xfrm>
            <a:off x="8333232" y="3802804"/>
            <a:ext cx="1222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0.41</a:t>
            </a:r>
          </a:p>
          <a:p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0.68</a:t>
            </a: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0.66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C3FCEB-5D3F-81CF-8E3C-EFB7D9606DDB}"/>
              </a:ext>
            </a:extLst>
          </p:cNvPr>
          <p:cNvSpPr txBox="1"/>
          <p:nvPr/>
        </p:nvSpPr>
        <p:spPr>
          <a:xfrm>
            <a:off x="8264440" y="-697730"/>
            <a:ext cx="1222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0.43</a:t>
            </a:r>
          </a:p>
          <a:p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0.61</a:t>
            </a: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0.61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7FF662-FC5C-2696-E700-BBD41DE87421}"/>
              </a:ext>
            </a:extLst>
          </p:cNvPr>
          <p:cNvSpPr txBox="1"/>
          <p:nvPr/>
        </p:nvSpPr>
        <p:spPr>
          <a:xfrm>
            <a:off x="13616164" y="3841370"/>
            <a:ext cx="1222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0.70</a:t>
            </a:r>
          </a:p>
          <a:p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1.15</a:t>
            </a: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1.12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2DB514-8872-C425-3BBF-DF433FD57F33}"/>
              </a:ext>
            </a:extLst>
          </p:cNvPr>
          <p:cNvSpPr txBox="1"/>
          <p:nvPr/>
        </p:nvSpPr>
        <p:spPr>
          <a:xfrm>
            <a:off x="13547372" y="-659164"/>
            <a:ext cx="1222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0.73</a:t>
            </a:r>
          </a:p>
          <a:p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1.04</a:t>
            </a: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1.04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A2614D-8C61-DC9C-8420-753F45836F26}"/>
              </a:ext>
            </a:extLst>
          </p:cNvPr>
          <p:cNvSpPr txBox="1"/>
          <p:nvPr/>
        </p:nvSpPr>
        <p:spPr>
          <a:xfrm>
            <a:off x="811632" y="-1680375"/>
            <a:ext cx="14255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/>
              <a:t>A						    B						    C		</a:t>
            </a:r>
            <a:endParaRPr lang="LID4096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E07B0D-B8C6-CA66-2673-0DF3FBC1DE00}"/>
              </a:ext>
            </a:extLst>
          </p:cNvPr>
          <p:cNvSpPr txBox="1"/>
          <p:nvPr/>
        </p:nvSpPr>
        <p:spPr>
          <a:xfrm>
            <a:off x="811632" y="2886209"/>
            <a:ext cx="152106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/>
              <a:t>D						    E						     F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7368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2475434" y="-2251939"/>
            <a:ext cx="20496733" cy="13906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466" y="-1311409"/>
            <a:ext cx="5575501" cy="4186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348" y="-1297232"/>
            <a:ext cx="5575501" cy="4186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4811" y="3186818"/>
            <a:ext cx="5575501" cy="41860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662" y="3189377"/>
            <a:ext cx="5575501" cy="4186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848" y="3190200"/>
            <a:ext cx="5575501" cy="418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848" y="-1305600"/>
            <a:ext cx="5575501" cy="418600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3584025" y="8004902"/>
            <a:ext cx="3240000" cy="1232"/>
          </a:xfrm>
          <a:prstGeom prst="straightConnector1">
            <a:avLst/>
          </a:prstGeom>
          <a:ln w="571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12050" y="7774069"/>
            <a:ext cx="178395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Pre-Contrast</a:t>
            </a:r>
            <a:endParaRPr lang="en-US" sz="2400" b="1" dirty="0">
              <a:solidFill>
                <a:srgbClr val="0070C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7400997" y="8002437"/>
            <a:ext cx="3240000" cy="1232"/>
          </a:xfrm>
          <a:prstGeom prst="straightConnector1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1212786" y="8002437"/>
            <a:ext cx="3240000" cy="1232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4613" y="7774069"/>
            <a:ext cx="194758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B050"/>
                </a:solidFill>
              </a:rPr>
              <a:t>Peak Contrast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77556" y="7753402"/>
            <a:ext cx="191045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Post-Contrast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-510035" y="-1161832"/>
            <a:ext cx="6096000" cy="117262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Max FWHM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0.4099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0.6764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0.6615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Max e2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0.6963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1.1490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1.1233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Mean FWHM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0.4297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0.6102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0.6106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Mean e2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0.7299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1.0365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1.0372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469AF-C63C-B172-8791-639BB29CDDBE}"/>
              </a:ext>
            </a:extLst>
          </p:cNvPr>
          <p:cNvSpPr txBox="1"/>
          <p:nvPr/>
        </p:nvSpPr>
        <p:spPr>
          <a:xfrm>
            <a:off x="8333232" y="3802804"/>
            <a:ext cx="1222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0.41</a:t>
            </a:r>
          </a:p>
          <a:p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0.68</a:t>
            </a: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0.66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C3FCEB-5D3F-81CF-8E3C-EFB7D9606DDB}"/>
              </a:ext>
            </a:extLst>
          </p:cNvPr>
          <p:cNvSpPr txBox="1"/>
          <p:nvPr/>
        </p:nvSpPr>
        <p:spPr>
          <a:xfrm>
            <a:off x="8264440" y="-697730"/>
            <a:ext cx="1222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0.43</a:t>
            </a:r>
          </a:p>
          <a:p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0.61</a:t>
            </a: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0.61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7FF662-FC5C-2696-E700-BBD41DE87421}"/>
              </a:ext>
            </a:extLst>
          </p:cNvPr>
          <p:cNvSpPr txBox="1"/>
          <p:nvPr/>
        </p:nvSpPr>
        <p:spPr>
          <a:xfrm>
            <a:off x="13616164" y="3841370"/>
            <a:ext cx="1222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0.70</a:t>
            </a:r>
          </a:p>
          <a:p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1.15</a:t>
            </a: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1.12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2DB514-8872-C425-3BBF-DF433FD57F33}"/>
              </a:ext>
            </a:extLst>
          </p:cNvPr>
          <p:cNvSpPr txBox="1"/>
          <p:nvPr/>
        </p:nvSpPr>
        <p:spPr>
          <a:xfrm>
            <a:off x="13547372" y="-659164"/>
            <a:ext cx="1222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0.73</a:t>
            </a:r>
          </a:p>
          <a:p>
            <a:r>
              <a:rPr lang="en-US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1.04</a:t>
            </a:r>
          </a:p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1.04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A2614D-8C61-DC9C-8420-753F45836F26}"/>
              </a:ext>
            </a:extLst>
          </p:cNvPr>
          <p:cNvSpPr txBox="1"/>
          <p:nvPr/>
        </p:nvSpPr>
        <p:spPr>
          <a:xfrm>
            <a:off x="811632" y="-1680375"/>
            <a:ext cx="142556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/>
              <a:t>A						    B						    C		</a:t>
            </a:r>
            <a:endParaRPr lang="LID4096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E07B0D-B8C6-CA66-2673-0DF3FBC1DE00}"/>
              </a:ext>
            </a:extLst>
          </p:cNvPr>
          <p:cNvSpPr txBox="1"/>
          <p:nvPr/>
        </p:nvSpPr>
        <p:spPr>
          <a:xfrm>
            <a:off x="811632" y="2886209"/>
            <a:ext cx="152106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/>
              <a:t>D						    E						     F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525647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209</Words>
  <Application>Microsoft Office PowerPoint</Application>
  <PresentationFormat>Widescreen</PresentationFormat>
  <Paragraphs>170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Merkle</dc:creator>
  <cp:lastModifiedBy>Merkle</cp:lastModifiedBy>
  <cp:revision>8</cp:revision>
  <dcterms:created xsi:type="dcterms:W3CDTF">2025-07-31T11:48:14Z</dcterms:created>
  <dcterms:modified xsi:type="dcterms:W3CDTF">2025-08-01T08:29:47Z</dcterms:modified>
</cp:coreProperties>
</file>